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comments/comment1.xml" ContentType="application/vnd.openxmlformats-officedocument.presentationml.comment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omments/comment2.xml" ContentType="application/vnd.openxmlformats-officedocument.presentationml.comments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1" r:id="rId1"/>
  </p:sldMasterIdLst>
  <p:notesMasterIdLst>
    <p:notesMasterId r:id="rId20"/>
  </p:notesMasterIdLst>
  <p:handoutMasterIdLst>
    <p:handoutMasterId r:id="rId21"/>
  </p:handoutMasterIdLst>
  <p:sldIdLst>
    <p:sldId id="256" r:id="rId2"/>
    <p:sldId id="264" r:id="rId3"/>
    <p:sldId id="268" r:id="rId4"/>
    <p:sldId id="269" r:id="rId5"/>
    <p:sldId id="270" r:id="rId6"/>
    <p:sldId id="278" r:id="rId7"/>
    <p:sldId id="279" r:id="rId8"/>
    <p:sldId id="280" r:id="rId9"/>
    <p:sldId id="272" r:id="rId10"/>
    <p:sldId id="281" r:id="rId11"/>
    <p:sldId id="282" r:id="rId12"/>
    <p:sldId id="283" r:id="rId13"/>
    <p:sldId id="274" r:id="rId14"/>
    <p:sldId id="284" r:id="rId15"/>
    <p:sldId id="285" r:id="rId16"/>
    <p:sldId id="286" r:id="rId17"/>
    <p:sldId id="276" r:id="rId18"/>
    <p:sldId id="277" r:id="rId19"/>
  </p:sldIdLst>
  <p:sldSz cx="12192000" cy="6858000"/>
  <p:notesSz cx="6858000" cy="9144000"/>
  <p:embeddedFontLst>
    <p:embeddedFont>
      <p:font typeface="Calibri" panose="020F0502020204030204" pitchFamily="34" charset="0"/>
      <p:regular r:id="rId22"/>
      <p:bold r:id="rId23"/>
      <p:italic r:id="rId24"/>
      <p:boldItalic r:id="rId25"/>
    </p:embeddedFont>
    <p:embeddedFont>
      <p:font typeface="Open Sans" panose="020B0604020202020204" charset="0"/>
      <p:regular r:id="rId26"/>
      <p:bold r:id="rId27"/>
      <p:italic r:id="rId28"/>
      <p:boldItalic r:id="rId29"/>
    </p:embeddedFont>
  </p:embeddedFontLst>
  <p:defaultTextStyle>
    <a:defPPr>
      <a:defRPr lang="de-DE"/>
    </a:defPPr>
    <a:lvl1pPr marL="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1pPr>
    <a:lvl2pPr marL="4114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2pPr>
    <a:lvl3pPr marL="8229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3pPr>
    <a:lvl4pPr marL="12344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4pPr>
    <a:lvl5pPr marL="164592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5pPr>
    <a:lvl6pPr marL="205740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6pPr>
    <a:lvl7pPr marL="24688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7pPr>
    <a:lvl8pPr marL="28803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8pPr>
    <a:lvl9pPr marL="32918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2939B5E8-EF71-43FF-B7B6-C3DB42F2B419}">
          <p14:sldIdLst>
            <p14:sldId id="256"/>
            <p14:sldId id="264"/>
            <p14:sldId id="268"/>
            <p14:sldId id="269"/>
            <p14:sldId id="270"/>
            <p14:sldId id="278"/>
            <p14:sldId id="279"/>
            <p14:sldId id="280"/>
            <p14:sldId id="272"/>
            <p14:sldId id="281"/>
            <p14:sldId id="282"/>
            <p14:sldId id="283"/>
            <p14:sldId id="274"/>
            <p14:sldId id="284"/>
            <p14:sldId id="285"/>
            <p14:sldId id="286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nöfel,Anja" initials="K" lastIdx="10" clrIdx="0">
    <p:extLst>
      <p:ext uri="{19B8F6BF-5375-455C-9EA6-DF929625EA0E}">
        <p15:presenceInfo xmlns:p15="http://schemas.microsoft.com/office/powerpoint/2012/main" userId="S-1-5-21-1982228756-150042506-1537001085-18851" providerId="AD"/>
      </p:ext>
    </p:extLst>
  </p:cmAuthor>
  <p:cmAuthor id="2" name="Martin" initials="M" lastIdx="3" clrIdx="1">
    <p:extLst>
      <p:ext uri="{19B8F6BF-5375-455C-9EA6-DF929625EA0E}">
        <p15:presenceInfo xmlns:p15="http://schemas.microsoft.com/office/powerpoint/2012/main" userId="Mart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A983"/>
    <a:srgbClr val="009BA4"/>
    <a:srgbClr val="93C356"/>
    <a:srgbClr val="BCCF02"/>
    <a:srgbClr val="28618C"/>
    <a:srgbClr val="539DC5"/>
    <a:srgbClr val="02ACA8"/>
    <a:srgbClr val="F07D00"/>
    <a:srgbClr val="E02D8A"/>
    <a:srgbClr val="00A1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8FB837D-C827-4EFA-A057-4D05807E0F7C}" styleName="Designformatvorlage 1 - Akz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113A9D2-9D6B-4929-AA2D-F23B5EE8CBE7}" styleName="Designformatvorlage 2 - Akz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25E5076-3810-47DD-B79F-674D7AD40C01}" styleName="Dunkle Formatvorlage 1 - Akz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4" autoAdjust="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64" y="2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19-11-20T12:05:52.219" idx="1">
    <p:pos x="1673" y="844"/>
    <p:text>auch die Motivation in Vortrag aufnehmen?</p:text>
    <p:extLst>
      <p:ext uri="{C676402C-5697-4E1C-873F-D02D1690AC5C}">
        <p15:threadingInfo xmlns:p15="http://schemas.microsoft.com/office/powerpoint/2012/main" timeZoneBias="-6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19-11-20T14:34:55.455" idx="2">
    <p:pos x="6907" y="528"/>
    <p:text>die Beschriftung der Angriffe ändern, so dass sie Text sind</p:text>
    <p:extLst>
      <p:ext uri="{C676402C-5697-4E1C-873F-D02D1690AC5C}">
        <p15:threadingInfo xmlns:p15="http://schemas.microsoft.com/office/powerpoint/2012/main" timeZoneBias="-60"/>
      </p:ext>
    </p:extLst>
  </p:cm>
</p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99831EF-0408-40DB-8682-15E015704B4D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DF07074D-9BA1-4B05-8167-15C0931F38AC}">
      <dgm:prSet/>
      <dgm:spPr/>
      <dgm:t>
        <a:bodyPr/>
        <a:lstStyle/>
        <a:p>
          <a:r>
            <a:rPr lang="de-DE" dirty="0"/>
            <a:t>Interaktion mit gesprochener Sprache</a:t>
          </a:r>
        </a:p>
      </dgm:t>
    </dgm:pt>
    <dgm:pt modelId="{12A0CC66-182A-49B5-9D5D-4B928FD6CD94}" type="parTrans" cxnId="{A89663E9-2426-4FBD-A1C1-50F72CA2AF71}">
      <dgm:prSet/>
      <dgm:spPr/>
      <dgm:t>
        <a:bodyPr/>
        <a:lstStyle/>
        <a:p>
          <a:endParaRPr lang="de-DE"/>
        </a:p>
      </dgm:t>
    </dgm:pt>
    <dgm:pt modelId="{74F700E2-9A56-420D-9680-DA6C9E828CFE}" type="sibTrans" cxnId="{A89663E9-2426-4FBD-A1C1-50F72CA2AF71}">
      <dgm:prSet/>
      <dgm:spPr/>
      <dgm:t>
        <a:bodyPr/>
        <a:lstStyle/>
        <a:p>
          <a:endParaRPr lang="de-DE"/>
        </a:p>
      </dgm:t>
    </dgm:pt>
    <dgm:pt modelId="{9C668A5C-C6F6-477C-926F-513FDD19D807}">
      <dgm:prSet/>
      <dgm:spPr/>
      <dgm:t>
        <a:bodyPr/>
        <a:lstStyle/>
        <a:p>
          <a:r>
            <a:rPr lang="de-DE" dirty="0"/>
            <a:t>geringes Vorwissen</a:t>
          </a:r>
        </a:p>
      </dgm:t>
    </dgm:pt>
    <dgm:pt modelId="{5B182028-F232-4BF4-9F2B-AEA1AC3B5E1C}" type="parTrans" cxnId="{0B67908D-154E-49A5-B5E8-C61E8AFF2A5D}">
      <dgm:prSet/>
      <dgm:spPr/>
      <dgm:t>
        <a:bodyPr/>
        <a:lstStyle/>
        <a:p>
          <a:endParaRPr lang="de-DE"/>
        </a:p>
      </dgm:t>
    </dgm:pt>
    <dgm:pt modelId="{F2EC1E30-E030-4FD2-8D4F-C462211874BF}" type="sibTrans" cxnId="{0B67908D-154E-49A5-B5E8-C61E8AFF2A5D}">
      <dgm:prSet/>
      <dgm:spPr/>
      <dgm:t>
        <a:bodyPr/>
        <a:lstStyle/>
        <a:p>
          <a:endParaRPr lang="de-DE"/>
        </a:p>
      </dgm:t>
    </dgm:pt>
    <dgm:pt modelId="{3445A5B9-0C7C-4AF3-9F3D-6B2CEE6041E4}">
      <dgm:prSet/>
      <dgm:spPr/>
      <dgm:t>
        <a:bodyPr/>
        <a:lstStyle/>
        <a:p>
          <a:r>
            <a:rPr lang="de-DE" dirty="0"/>
            <a:t>Nutzung auch mit motorischen Einschränkungen</a:t>
          </a:r>
        </a:p>
      </dgm:t>
    </dgm:pt>
    <dgm:pt modelId="{6DD53C3F-C5CA-4A1C-801F-0EF62E5D55FD}" type="parTrans" cxnId="{FECEF38A-690E-4FF3-B5D7-D7E4879B13D0}">
      <dgm:prSet/>
      <dgm:spPr/>
      <dgm:t>
        <a:bodyPr/>
        <a:lstStyle/>
        <a:p>
          <a:endParaRPr lang="de-DE"/>
        </a:p>
      </dgm:t>
    </dgm:pt>
    <dgm:pt modelId="{2734365B-250D-42AB-A773-DDDA6896ED71}" type="sibTrans" cxnId="{FECEF38A-690E-4FF3-B5D7-D7E4879B13D0}">
      <dgm:prSet/>
      <dgm:spPr/>
      <dgm:t>
        <a:bodyPr/>
        <a:lstStyle/>
        <a:p>
          <a:endParaRPr lang="de-DE"/>
        </a:p>
      </dgm:t>
    </dgm:pt>
    <dgm:pt modelId="{0B95CDD2-A358-45D9-B4FD-3206D5977520}">
      <dgm:prSet/>
      <dgm:spPr/>
      <dgm:t>
        <a:bodyPr/>
        <a:lstStyle/>
        <a:p>
          <a:r>
            <a:rPr lang="de-DE" dirty="0"/>
            <a:t>universelles Konzept</a:t>
          </a:r>
        </a:p>
      </dgm:t>
    </dgm:pt>
    <dgm:pt modelId="{C4D5344F-74D3-49F5-9892-110901B7AB8C}" type="parTrans" cxnId="{F2177D5D-67E3-4BFB-BA79-D28610737E77}">
      <dgm:prSet/>
      <dgm:spPr/>
      <dgm:t>
        <a:bodyPr/>
        <a:lstStyle/>
        <a:p>
          <a:endParaRPr lang="de-DE"/>
        </a:p>
      </dgm:t>
    </dgm:pt>
    <dgm:pt modelId="{572F1861-7C5C-4D1F-A965-8CC88A72EB2E}" type="sibTrans" cxnId="{F2177D5D-67E3-4BFB-BA79-D28610737E77}">
      <dgm:prSet/>
      <dgm:spPr/>
      <dgm:t>
        <a:bodyPr/>
        <a:lstStyle/>
        <a:p>
          <a:endParaRPr lang="de-DE"/>
        </a:p>
      </dgm:t>
    </dgm:pt>
    <dgm:pt modelId="{A70894FE-986B-4374-8549-1F462FA89A8C}">
      <dgm:prSet/>
      <dgm:spPr/>
      <dgm:t>
        <a:bodyPr/>
        <a:lstStyle/>
        <a:p>
          <a:r>
            <a:rPr lang="de-DE" dirty="0"/>
            <a:t>Schutz der Privatsphäre</a:t>
          </a:r>
        </a:p>
      </dgm:t>
    </dgm:pt>
    <dgm:pt modelId="{E07D0279-FDFB-4CD9-AFA5-848E2C719442}" type="parTrans" cxnId="{EFAC0388-9DC1-4E79-BD9F-C2A77DEE6F52}">
      <dgm:prSet/>
      <dgm:spPr/>
      <dgm:t>
        <a:bodyPr/>
        <a:lstStyle/>
        <a:p>
          <a:endParaRPr lang="de-DE"/>
        </a:p>
      </dgm:t>
    </dgm:pt>
    <dgm:pt modelId="{AB9A56C8-7C50-44E4-9C5F-5FD2A2FE8F31}" type="sibTrans" cxnId="{EFAC0388-9DC1-4E79-BD9F-C2A77DEE6F52}">
      <dgm:prSet/>
      <dgm:spPr/>
      <dgm:t>
        <a:bodyPr/>
        <a:lstStyle/>
        <a:p>
          <a:endParaRPr lang="de-DE"/>
        </a:p>
      </dgm:t>
    </dgm:pt>
    <dgm:pt modelId="{BEB35BA5-8F58-4BE7-87D4-B4C01948BE5D}">
      <dgm:prSet/>
      <dgm:spPr/>
      <dgm:t>
        <a:bodyPr/>
        <a:lstStyle/>
        <a:p>
          <a:r>
            <a:rPr lang="de-DE" dirty="0"/>
            <a:t>Test mit Prototyp</a:t>
          </a:r>
        </a:p>
      </dgm:t>
    </dgm:pt>
    <dgm:pt modelId="{BC43EFAC-EBD2-4305-B925-AAED82F9569E}" type="parTrans" cxnId="{427549CB-09F0-444A-9C6C-9EFDF845017C}">
      <dgm:prSet/>
      <dgm:spPr/>
      <dgm:t>
        <a:bodyPr/>
        <a:lstStyle/>
        <a:p>
          <a:endParaRPr lang="de-DE"/>
        </a:p>
      </dgm:t>
    </dgm:pt>
    <dgm:pt modelId="{5290B6BF-6898-47C7-9627-3C7D9CBE94F9}" type="sibTrans" cxnId="{427549CB-09F0-444A-9C6C-9EFDF845017C}">
      <dgm:prSet/>
      <dgm:spPr/>
      <dgm:t>
        <a:bodyPr/>
        <a:lstStyle/>
        <a:p>
          <a:endParaRPr lang="de-DE"/>
        </a:p>
      </dgm:t>
    </dgm:pt>
    <dgm:pt modelId="{459414A0-2D9B-41E0-B7B5-59A4ABF3E6B1}" type="pres">
      <dgm:prSet presAssocID="{899831EF-0408-40DB-8682-15E015704B4D}" presName="diagram" presStyleCnt="0">
        <dgm:presLayoutVars>
          <dgm:dir/>
          <dgm:resizeHandles val="exact"/>
        </dgm:presLayoutVars>
      </dgm:prSet>
      <dgm:spPr/>
    </dgm:pt>
    <dgm:pt modelId="{484B794D-5A84-4515-A456-6F596DBB0A47}" type="pres">
      <dgm:prSet presAssocID="{DF07074D-9BA1-4B05-8167-15C0931F38AC}" presName="node" presStyleLbl="node1" presStyleIdx="0" presStyleCnt="6">
        <dgm:presLayoutVars>
          <dgm:bulletEnabled val="1"/>
        </dgm:presLayoutVars>
      </dgm:prSet>
      <dgm:spPr/>
    </dgm:pt>
    <dgm:pt modelId="{0702084A-3791-4A3C-9A4C-7112D5FDEC3E}" type="pres">
      <dgm:prSet presAssocID="{74F700E2-9A56-420D-9680-DA6C9E828CFE}" presName="sibTrans" presStyleCnt="0"/>
      <dgm:spPr/>
    </dgm:pt>
    <dgm:pt modelId="{12222C90-4DF2-4BFE-B0A2-C7F4F34F733D}" type="pres">
      <dgm:prSet presAssocID="{9C668A5C-C6F6-477C-926F-513FDD19D807}" presName="node" presStyleLbl="node1" presStyleIdx="1" presStyleCnt="6">
        <dgm:presLayoutVars>
          <dgm:bulletEnabled val="1"/>
        </dgm:presLayoutVars>
      </dgm:prSet>
      <dgm:spPr/>
    </dgm:pt>
    <dgm:pt modelId="{A194D021-97B5-4FE7-A1CF-0A0BA3E887AA}" type="pres">
      <dgm:prSet presAssocID="{F2EC1E30-E030-4FD2-8D4F-C462211874BF}" presName="sibTrans" presStyleCnt="0"/>
      <dgm:spPr/>
    </dgm:pt>
    <dgm:pt modelId="{2BEFD4F9-CCC6-4D26-8E6B-B19BB0E3D1E3}" type="pres">
      <dgm:prSet presAssocID="{3445A5B9-0C7C-4AF3-9F3D-6B2CEE6041E4}" presName="node" presStyleLbl="node1" presStyleIdx="2" presStyleCnt="6">
        <dgm:presLayoutVars>
          <dgm:bulletEnabled val="1"/>
        </dgm:presLayoutVars>
      </dgm:prSet>
      <dgm:spPr/>
    </dgm:pt>
    <dgm:pt modelId="{F8BCDA27-B337-427C-BFF5-BC9E2040234B}" type="pres">
      <dgm:prSet presAssocID="{2734365B-250D-42AB-A773-DDDA6896ED71}" presName="sibTrans" presStyleCnt="0"/>
      <dgm:spPr/>
    </dgm:pt>
    <dgm:pt modelId="{091D0F77-6323-440E-BC67-8910A814E213}" type="pres">
      <dgm:prSet presAssocID="{0B95CDD2-A358-45D9-B4FD-3206D5977520}" presName="node" presStyleLbl="node1" presStyleIdx="3" presStyleCnt="6">
        <dgm:presLayoutVars>
          <dgm:bulletEnabled val="1"/>
        </dgm:presLayoutVars>
      </dgm:prSet>
      <dgm:spPr/>
    </dgm:pt>
    <dgm:pt modelId="{160FF024-A4E9-476B-9184-F5F9573A356E}" type="pres">
      <dgm:prSet presAssocID="{572F1861-7C5C-4D1F-A965-8CC88A72EB2E}" presName="sibTrans" presStyleCnt="0"/>
      <dgm:spPr/>
    </dgm:pt>
    <dgm:pt modelId="{533E62F0-F12F-46E1-87E0-8F4BCDF5C993}" type="pres">
      <dgm:prSet presAssocID="{A70894FE-986B-4374-8549-1F462FA89A8C}" presName="node" presStyleLbl="node1" presStyleIdx="4" presStyleCnt="6">
        <dgm:presLayoutVars>
          <dgm:bulletEnabled val="1"/>
        </dgm:presLayoutVars>
      </dgm:prSet>
      <dgm:spPr/>
    </dgm:pt>
    <dgm:pt modelId="{4C19DFFC-F601-4CD8-A2C3-CAEEB5A70D67}" type="pres">
      <dgm:prSet presAssocID="{AB9A56C8-7C50-44E4-9C5F-5FD2A2FE8F31}" presName="sibTrans" presStyleCnt="0"/>
      <dgm:spPr/>
    </dgm:pt>
    <dgm:pt modelId="{87CB8EDA-F789-4575-B64B-40D993F1C78C}" type="pres">
      <dgm:prSet presAssocID="{BEB35BA5-8F58-4BE7-87D4-B4C01948BE5D}" presName="node" presStyleLbl="node1" presStyleIdx="5" presStyleCnt="6">
        <dgm:presLayoutVars>
          <dgm:bulletEnabled val="1"/>
        </dgm:presLayoutVars>
      </dgm:prSet>
      <dgm:spPr/>
    </dgm:pt>
  </dgm:ptLst>
  <dgm:cxnLst>
    <dgm:cxn modelId="{F397913B-CCD8-499A-9E2A-9AA5D1074D29}" type="presOf" srcId="{9C668A5C-C6F6-477C-926F-513FDD19D807}" destId="{12222C90-4DF2-4BFE-B0A2-C7F4F34F733D}" srcOrd="0" destOrd="0" presId="urn:microsoft.com/office/officeart/2005/8/layout/default"/>
    <dgm:cxn modelId="{F2177D5D-67E3-4BFB-BA79-D28610737E77}" srcId="{899831EF-0408-40DB-8682-15E015704B4D}" destId="{0B95CDD2-A358-45D9-B4FD-3206D5977520}" srcOrd="3" destOrd="0" parTransId="{C4D5344F-74D3-49F5-9892-110901B7AB8C}" sibTransId="{572F1861-7C5C-4D1F-A965-8CC88A72EB2E}"/>
    <dgm:cxn modelId="{37E78F45-BBDD-4888-A656-FD58406157DE}" type="presOf" srcId="{3445A5B9-0C7C-4AF3-9F3D-6B2CEE6041E4}" destId="{2BEFD4F9-CCC6-4D26-8E6B-B19BB0E3D1E3}" srcOrd="0" destOrd="0" presId="urn:microsoft.com/office/officeart/2005/8/layout/default"/>
    <dgm:cxn modelId="{15EE7984-253B-4475-BC19-1B50C1A160FF}" type="presOf" srcId="{DF07074D-9BA1-4B05-8167-15C0931F38AC}" destId="{484B794D-5A84-4515-A456-6F596DBB0A47}" srcOrd="0" destOrd="0" presId="urn:microsoft.com/office/officeart/2005/8/layout/default"/>
    <dgm:cxn modelId="{1868B587-8FFB-470A-B7BF-E26466FBF34A}" type="presOf" srcId="{899831EF-0408-40DB-8682-15E015704B4D}" destId="{459414A0-2D9B-41E0-B7B5-59A4ABF3E6B1}" srcOrd="0" destOrd="0" presId="urn:microsoft.com/office/officeart/2005/8/layout/default"/>
    <dgm:cxn modelId="{EFAC0388-9DC1-4E79-BD9F-C2A77DEE6F52}" srcId="{899831EF-0408-40DB-8682-15E015704B4D}" destId="{A70894FE-986B-4374-8549-1F462FA89A8C}" srcOrd="4" destOrd="0" parTransId="{E07D0279-FDFB-4CD9-AFA5-848E2C719442}" sibTransId="{AB9A56C8-7C50-44E4-9C5F-5FD2A2FE8F31}"/>
    <dgm:cxn modelId="{FECEF38A-690E-4FF3-B5D7-D7E4879B13D0}" srcId="{899831EF-0408-40DB-8682-15E015704B4D}" destId="{3445A5B9-0C7C-4AF3-9F3D-6B2CEE6041E4}" srcOrd="2" destOrd="0" parTransId="{6DD53C3F-C5CA-4A1C-801F-0EF62E5D55FD}" sibTransId="{2734365B-250D-42AB-A773-DDDA6896ED71}"/>
    <dgm:cxn modelId="{0B67908D-154E-49A5-B5E8-C61E8AFF2A5D}" srcId="{899831EF-0408-40DB-8682-15E015704B4D}" destId="{9C668A5C-C6F6-477C-926F-513FDD19D807}" srcOrd="1" destOrd="0" parTransId="{5B182028-F232-4BF4-9F2B-AEA1AC3B5E1C}" sibTransId="{F2EC1E30-E030-4FD2-8D4F-C462211874BF}"/>
    <dgm:cxn modelId="{BE8B1EA0-27FB-44AC-AABD-888E2F77725C}" type="presOf" srcId="{BEB35BA5-8F58-4BE7-87D4-B4C01948BE5D}" destId="{87CB8EDA-F789-4575-B64B-40D993F1C78C}" srcOrd="0" destOrd="0" presId="urn:microsoft.com/office/officeart/2005/8/layout/default"/>
    <dgm:cxn modelId="{6C16B8A2-B113-4770-AF17-EC18157505A9}" type="presOf" srcId="{A70894FE-986B-4374-8549-1F462FA89A8C}" destId="{533E62F0-F12F-46E1-87E0-8F4BCDF5C993}" srcOrd="0" destOrd="0" presId="urn:microsoft.com/office/officeart/2005/8/layout/default"/>
    <dgm:cxn modelId="{D12B6EAA-C344-46F5-A63E-E3CF9AC71322}" type="presOf" srcId="{0B95CDD2-A358-45D9-B4FD-3206D5977520}" destId="{091D0F77-6323-440E-BC67-8910A814E213}" srcOrd="0" destOrd="0" presId="urn:microsoft.com/office/officeart/2005/8/layout/default"/>
    <dgm:cxn modelId="{427549CB-09F0-444A-9C6C-9EFDF845017C}" srcId="{899831EF-0408-40DB-8682-15E015704B4D}" destId="{BEB35BA5-8F58-4BE7-87D4-B4C01948BE5D}" srcOrd="5" destOrd="0" parTransId="{BC43EFAC-EBD2-4305-B925-AAED82F9569E}" sibTransId="{5290B6BF-6898-47C7-9627-3C7D9CBE94F9}"/>
    <dgm:cxn modelId="{A89663E9-2426-4FBD-A1C1-50F72CA2AF71}" srcId="{899831EF-0408-40DB-8682-15E015704B4D}" destId="{DF07074D-9BA1-4B05-8167-15C0931F38AC}" srcOrd="0" destOrd="0" parTransId="{12A0CC66-182A-49B5-9D5D-4B928FD6CD94}" sibTransId="{74F700E2-9A56-420D-9680-DA6C9E828CFE}"/>
    <dgm:cxn modelId="{04C2F107-0FE9-4757-A5FF-F1D375FF94DF}" type="presParOf" srcId="{459414A0-2D9B-41E0-B7B5-59A4ABF3E6B1}" destId="{484B794D-5A84-4515-A456-6F596DBB0A47}" srcOrd="0" destOrd="0" presId="urn:microsoft.com/office/officeart/2005/8/layout/default"/>
    <dgm:cxn modelId="{783933D1-9034-4846-BC86-80AD1434F630}" type="presParOf" srcId="{459414A0-2D9B-41E0-B7B5-59A4ABF3E6B1}" destId="{0702084A-3791-4A3C-9A4C-7112D5FDEC3E}" srcOrd="1" destOrd="0" presId="urn:microsoft.com/office/officeart/2005/8/layout/default"/>
    <dgm:cxn modelId="{B1ACF8EA-77A0-4CFE-A632-3D75EDFC4CBC}" type="presParOf" srcId="{459414A0-2D9B-41E0-B7B5-59A4ABF3E6B1}" destId="{12222C90-4DF2-4BFE-B0A2-C7F4F34F733D}" srcOrd="2" destOrd="0" presId="urn:microsoft.com/office/officeart/2005/8/layout/default"/>
    <dgm:cxn modelId="{AAE08148-B37F-4EC8-85B6-5AC8880033E5}" type="presParOf" srcId="{459414A0-2D9B-41E0-B7B5-59A4ABF3E6B1}" destId="{A194D021-97B5-4FE7-A1CF-0A0BA3E887AA}" srcOrd="3" destOrd="0" presId="urn:microsoft.com/office/officeart/2005/8/layout/default"/>
    <dgm:cxn modelId="{371BE076-4E55-4F51-91C8-7D6FE4409277}" type="presParOf" srcId="{459414A0-2D9B-41E0-B7B5-59A4ABF3E6B1}" destId="{2BEFD4F9-CCC6-4D26-8E6B-B19BB0E3D1E3}" srcOrd="4" destOrd="0" presId="urn:microsoft.com/office/officeart/2005/8/layout/default"/>
    <dgm:cxn modelId="{B0DADC2C-B3CB-4C24-8EF8-7D93B46CC049}" type="presParOf" srcId="{459414A0-2D9B-41E0-B7B5-59A4ABF3E6B1}" destId="{F8BCDA27-B337-427C-BFF5-BC9E2040234B}" srcOrd="5" destOrd="0" presId="urn:microsoft.com/office/officeart/2005/8/layout/default"/>
    <dgm:cxn modelId="{EB56293A-035E-48BD-A7D8-BBFD2F909FC2}" type="presParOf" srcId="{459414A0-2D9B-41E0-B7B5-59A4ABF3E6B1}" destId="{091D0F77-6323-440E-BC67-8910A814E213}" srcOrd="6" destOrd="0" presId="urn:microsoft.com/office/officeart/2005/8/layout/default"/>
    <dgm:cxn modelId="{039B5E2E-A6A4-4137-8121-BA0220912784}" type="presParOf" srcId="{459414A0-2D9B-41E0-B7B5-59A4ABF3E6B1}" destId="{160FF024-A4E9-476B-9184-F5F9573A356E}" srcOrd="7" destOrd="0" presId="urn:microsoft.com/office/officeart/2005/8/layout/default"/>
    <dgm:cxn modelId="{A2F5D41E-7E08-4D64-AFA9-E17B5EE8DEF7}" type="presParOf" srcId="{459414A0-2D9B-41E0-B7B5-59A4ABF3E6B1}" destId="{533E62F0-F12F-46E1-87E0-8F4BCDF5C993}" srcOrd="8" destOrd="0" presId="urn:microsoft.com/office/officeart/2005/8/layout/default"/>
    <dgm:cxn modelId="{206AD970-D06C-433D-B91F-BE809ABB7F60}" type="presParOf" srcId="{459414A0-2D9B-41E0-B7B5-59A4ABF3E6B1}" destId="{4C19DFFC-F601-4CD8-A2C3-CAEEB5A70D67}" srcOrd="9" destOrd="0" presId="urn:microsoft.com/office/officeart/2005/8/layout/default"/>
    <dgm:cxn modelId="{153D20AE-BA50-40D1-AF4C-7AB749AA5394}" type="presParOf" srcId="{459414A0-2D9B-41E0-B7B5-59A4ABF3E6B1}" destId="{87CB8EDA-F789-4575-B64B-40D993F1C78C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F1EE41A-8060-4D89-83FA-76A30B099253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B35E844-6E62-46C5-929A-7AE7B50EDAA6}">
      <dgm:prSet/>
      <dgm:spPr/>
      <dgm:t>
        <a:bodyPr/>
        <a:lstStyle/>
        <a:p>
          <a:r>
            <a:rPr lang="de-DE" dirty="0"/>
            <a:t>§ 3 </a:t>
          </a:r>
        </a:p>
        <a:p>
          <a:r>
            <a:rPr lang="de-DE" dirty="0"/>
            <a:t>„Räumlicher Anwendungsbereich“</a:t>
          </a:r>
        </a:p>
      </dgm:t>
    </dgm:pt>
    <dgm:pt modelId="{46C81A67-33AA-4C3A-B744-843B7F7C1CC1}" type="parTrans" cxnId="{5928F79D-AEF9-472B-9B9E-825B8D550F80}">
      <dgm:prSet/>
      <dgm:spPr/>
      <dgm:t>
        <a:bodyPr/>
        <a:lstStyle/>
        <a:p>
          <a:endParaRPr lang="de-DE"/>
        </a:p>
      </dgm:t>
    </dgm:pt>
    <dgm:pt modelId="{FD0BDDFF-5655-495E-AC26-514163E81798}" type="sibTrans" cxnId="{5928F79D-AEF9-472B-9B9E-825B8D550F80}">
      <dgm:prSet/>
      <dgm:spPr/>
      <dgm:t>
        <a:bodyPr/>
        <a:lstStyle/>
        <a:p>
          <a:endParaRPr lang="de-DE"/>
        </a:p>
      </dgm:t>
    </dgm:pt>
    <dgm:pt modelId="{BCD3CBD7-8498-449F-8B50-8F59B3A61FD6}">
      <dgm:prSet/>
      <dgm:spPr/>
      <dgm:t>
        <a:bodyPr/>
        <a:lstStyle/>
        <a:p>
          <a:r>
            <a:rPr lang="de-DE" dirty="0"/>
            <a:t>§ 5</a:t>
          </a:r>
        </a:p>
        <a:p>
          <a:r>
            <a:rPr lang="de-DE" dirty="0"/>
            <a:t> „Grundsätze für die die Verarbeitung personenbezogener Daten“</a:t>
          </a:r>
        </a:p>
      </dgm:t>
    </dgm:pt>
    <dgm:pt modelId="{A5ADB686-659C-4569-8A2B-10843E51CBFD}" type="parTrans" cxnId="{09FFA331-903D-4991-A808-95DC90955BDA}">
      <dgm:prSet/>
      <dgm:spPr/>
      <dgm:t>
        <a:bodyPr/>
        <a:lstStyle/>
        <a:p>
          <a:endParaRPr lang="de-DE"/>
        </a:p>
      </dgm:t>
    </dgm:pt>
    <dgm:pt modelId="{1F69758D-18CF-4064-B1C2-06D60F7BB429}" type="sibTrans" cxnId="{09FFA331-903D-4991-A808-95DC90955BDA}">
      <dgm:prSet/>
      <dgm:spPr/>
      <dgm:t>
        <a:bodyPr/>
        <a:lstStyle/>
        <a:p>
          <a:endParaRPr lang="de-DE"/>
        </a:p>
      </dgm:t>
    </dgm:pt>
    <dgm:pt modelId="{3E10A241-0624-4EAC-B070-C3BE345CFA09}">
      <dgm:prSet/>
      <dgm:spPr/>
      <dgm:t>
        <a:bodyPr/>
        <a:lstStyle/>
        <a:p>
          <a:r>
            <a:rPr lang="de-DE" dirty="0"/>
            <a:t>§ 17</a:t>
          </a:r>
        </a:p>
        <a:p>
          <a:r>
            <a:rPr lang="de-DE" dirty="0"/>
            <a:t> „Recht auf Löschung“</a:t>
          </a:r>
        </a:p>
      </dgm:t>
    </dgm:pt>
    <dgm:pt modelId="{5DDF89DC-19F6-4DC4-9C6E-75A7F7A1DA4B}" type="parTrans" cxnId="{0263DF9D-3817-4488-B6B1-51618C622ABA}">
      <dgm:prSet/>
      <dgm:spPr/>
      <dgm:t>
        <a:bodyPr/>
        <a:lstStyle/>
        <a:p>
          <a:endParaRPr lang="de-DE"/>
        </a:p>
      </dgm:t>
    </dgm:pt>
    <dgm:pt modelId="{14488086-E4EB-4ABD-8870-A4D6FE4762FE}" type="sibTrans" cxnId="{0263DF9D-3817-4488-B6B1-51618C622ABA}">
      <dgm:prSet/>
      <dgm:spPr/>
      <dgm:t>
        <a:bodyPr/>
        <a:lstStyle/>
        <a:p>
          <a:endParaRPr lang="de-DE"/>
        </a:p>
      </dgm:t>
    </dgm:pt>
    <dgm:pt modelId="{600F46DD-7A9D-4F94-B852-5CE2B81242F7}">
      <dgm:prSet/>
      <dgm:spPr/>
      <dgm:t>
        <a:bodyPr/>
        <a:lstStyle/>
        <a:p>
          <a:r>
            <a:rPr lang="de-DE" dirty="0"/>
            <a:t>§ 25</a:t>
          </a:r>
        </a:p>
        <a:p>
          <a:r>
            <a:rPr lang="de-DE" dirty="0"/>
            <a:t> „Datenschutz durch Technikgestaltung und durch datenschutzfreundliche Voreinstellungen“</a:t>
          </a:r>
        </a:p>
      </dgm:t>
    </dgm:pt>
    <dgm:pt modelId="{41DB5A9E-3D11-4788-AEA1-133C75DAF38A}" type="parTrans" cxnId="{C4A64730-099F-464D-A9AD-2D5856FD104D}">
      <dgm:prSet/>
      <dgm:spPr/>
      <dgm:t>
        <a:bodyPr/>
        <a:lstStyle/>
        <a:p>
          <a:endParaRPr lang="de-DE"/>
        </a:p>
      </dgm:t>
    </dgm:pt>
    <dgm:pt modelId="{50832792-5B1F-43FF-8C4B-7714153A1392}" type="sibTrans" cxnId="{C4A64730-099F-464D-A9AD-2D5856FD104D}">
      <dgm:prSet/>
      <dgm:spPr/>
      <dgm:t>
        <a:bodyPr/>
        <a:lstStyle/>
        <a:p>
          <a:endParaRPr lang="de-DE"/>
        </a:p>
      </dgm:t>
    </dgm:pt>
    <dgm:pt modelId="{726F02F4-9F8D-4775-9C81-224515A7803E}" type="pres">
      <dgm:prSet presAssocID="{0F1EE41A-8060-4D89-83FA-76A30B099253}" presName="diagram" presStyleCnt="0">
        <dgm:presLayoutVars>
          <dgm:dir/>
          <dgm:resizeHandles val="exact"/>
        </dgm:presLayoutVars>
      </dgm:prSet>
      <dgm:spPr/>
    </dgm:pt>
    <dgm:pt modelId="{5F2250E0-8781-481D-872F-6323B6C30192}" type="pres">
      <dgm:prSet presAssocID="{3B35E844-6E62-46C5-929A-7AE7B50EDAA6}" presName="node" presStyleLbl="node1" presStyleIdx="0" presStyleCnt="4">
        <dgm:presLayoutVars>
          <dgm:bulletEnabled val="1"/>
        </dgm:presLayoutVars>
      </dgm:prSet>
      <dgm:spPr/>
    </dgm:pt>
    <dgm:pt modelId="{8CEAC6B9-3640-4B1F-BC2D-FB5EFE2A8C2A}" type="pres">
      <dgm:prSet presAssocID="{FD0BDDFF-5655-495E-AC26-514163E81798}" presName="sibTrans" presStyleCnt="0"/>
      <dgm:spPr/>
    </dgm:pt>
    <dgm:pt modelId="{4D4E8C40-59B0-43AB-AF84-E09B0A97989B}" type="pres">
      <dgm:prSet presAssocID="{BCD3CBD7-8498-449F-8B50-8F59B3A61FD6}" presName="node" presStyleLbl="node1" presStyleIdx="1" presStyleCnt="4">
        <dgm:presLayoutVars>
          <dgm:bulletEnabled val="1"/>
        </dgm:presLayoutVars>
      </dgm:prSet>
      <dgm:spPr/>
    </dgm:pt>
    <dgm:pt modelId="{7C7E83C9-7603-464C-9984-362522554365}" type="pres">
      <dgm:prSet presAssocID="{1F69758D-18CF-4064-B1C2-06D60F7BB429}" presName="sibTrans" presStyleCnt="0"/>
      <dgm:spPr/>
    </dgm:pt>
    <dgm:pt modelId="{98F0F990-6069-4005-A022-52F5C3322428}" type="pres">
      <dgm:prSet presAssocID="{3E10A241-0624-4EAC-B070-C3BE345CFA09}" presName="node" presStyleLbl="node1" presStyleIdx="2" presStyleCnt="4">
        <dgm:presLayoutVars>
          <dgm:bulletEnabled val="1"/>
        </dgm:presLayoutVars>
      </dgm:prSet>
      <dgm:spPr/>
    </dgm:pt>
    <dgm:pt modelId="{B9F63AAB-2132-4804-85AD-DCDD9B20B1C0}" type="pres">
      <dgm:prSet presAssocID="{14488086-E4EB-4ABD-8870-A4D6FE4762FE}" presName="sibTrans" presStyleCnt="0"/>
      <dgm:spPr/>
    </dgm:pt>
    <dgm:pt modelId="{6BADA56D-72BA-43AD-B597-CE1E5C02E238}" type="pres">
      <dgm:prSet presAssocID="{600F46DD-7A9D-4F94-B852-5CE2B81242F7}" presName="node" presStyleLbl="node1" presStyleIdx="3" presStyleCnt="4" custScaleX="168761">
        <dgm:presLayoutVars>
          <dgm:bulletEnabled val="1"/>
        </dgm:presLayoutVars>
      </dgm:prSet>
      <dgm:spPr/>
    </dgm:pt>
  </dgm:ptLst>
  <dgm:cxnLst>
    <dgm:cxn modelId="{C4A64730-099F-464D-A9AD-2D5856FD104D}" srcId="{0F1EE41A-8060-4D89-83FA-76A30B099253}" destId="{600F46DD-7A9D-4F94-B852-5CE2B81242F7}" srcOrd="3" destOrd="0" parTransId="{41DB5A9E-3D11-4788-AEA1-133C75DAF38A}" sibTransId="{50832792-5B1F-43FF-8C4B-7714153A1392}"/>
    <dgm:cxn modelId="{09FFA331-903D-4991-A808-95DC90955BDA}" srcId="{0F1EE41A-8060-4D89-83FA-76A30B099253}" destId="{BCD3CBD7-8498-449F-8B50-8F59B3A61FD6}" srcOrd="1" destOrd="0" parTransId="{A5ADB686-659C-4569-8A2B-10843E51CBFD}" sibTransId="{1F69758D-18CF-4064-B1C2-06D60F7BB429}"/>
    <dgm:cxn modelId="{C0025335-A357-417A-AFA3-ECA17F8BA3BF}" type="presOf" srcId="{0F1EE41A-8060-4D89-83FA-76A30B099253}" destId="{726F02F4-9F8D-4775-9C81-224515A7803E}" srcOrd="0" destOrd="0" presId="urn:microsoft.com/office/officeart/2005/8/layout/default"/>
    <dgm:cxn modelId="{BE689542-76FF-4CF9-98BA-C58A5EFF8B05}" type="presOf" srcId="{3B35E844-6E62-46C5-929A-7AE7B50EDAA6}" destId="{5F2250E0-8781-481D-872F-6323B6C30192}" srcOrd="0" destOrd="0" presId="urn:microsoft.com/office/officeart/2005/8/layout/default"/>
    <dgm:cxn modelId="{0263DF9D-3817-4488-B6B1-51618C622ABA}" srcId="{0F1EE41A-8060-4D89-83FA-76A30B099253}" destId="{3E10A241-0624-4EAC-B070-C3BE345CFA09}" srcOrd="2" destOrd="0" parTransId="{5DDF89DC-19F6-4DC4-9C6E-75A7F7A1DA4B}" sibTransId="{14488086-E4EB-4ABD-8870-A4D6FE4762FE}"/>
    <dgm:cxn modelId="{5928F79D-AEF9-472B-9B9E-825B8D550F80}" srcId="{0F1EE41A-8060-4D89-83FA-76A30B099253}" destId="{3B35E844-6E62-46C5-929A-7AE7B50EDAA6}" srcOrd="0" destOrd="0" parTransId="{46C81A67-33AA-4C3A-B744-843B7F7C1CC1}" sibTransId="{FD0BDDFF-5655-495E-AC26-514163E81798}"/>
    <dgm:cxn modelId="{4E199FA2-863E-48A5-865D-C500084D186A}" type="presOf" srcId="{BCD3CBD7-8498-449F-8B50-8F59B3A61FD6}" destId="{4D4E8C40-59B0-43AB-AF84-E09B0A97989B}" srcOrd="0" destOrd="0" presId="urn:microsoft.com/office/officeart/2005/8/layout/default"/>
    <dgm:cxn modelId="{87061FD3-ECD6-40F4-8AD4-F2CF1B9F34C9}" type="presOf" srcId="{600F46DD-7A9D-4F94-B852-5CE2B81242F7}" destId="{6BADA56D-72BA-43AD-B597-CE1E5C02E238}" srcOrd="0" destOrd="0" presId="urn:microsoft.com/office/officeart/2005/8/layout/default"/>
    <dgm:cxn modelId="{37DD6CE7-0634-4FC0-B3CA-8D0B1C9F3034}" type="presOf" srcId="{3E10A241-0624-4EAC-B070-C3BE345CFA09}" destId="{98F0F990-6069-4005-A022-52F5C3322428}" srcOrd="0" destOrd="0" presId="urn:microsoft.com/office/officeart/2005/8/layout/default"/>
    <dgm:cxn modelId="{C65816BD-4A2A-4290-9B22-749B9C0484B5}" type="presParOf" srcId="{726F02F4-9F8D-4775-9C81-224515A7803E}" destId="{5F2250E0-8781-481D-872F-6323B6C30192}" srcOrd="0" destOrd="0" presId="urn:microsoft.com/office/officeart/2005/8/layout/default"/>
    <dgm:cxn modelId="{45BE6804-522A-4669-92B2-6D8B7017F97B}" type="presParOf" srcId="{726F02F4-9F8D-4775-9C81-224515A7803E}" destId="{8CEAC6B9-3640-4B1F-BC2D-FB5EFE2A8C2A}" srcOrd="1" destOrd="0" presId="urn:microsoft.com/office/officeart/2005/8/layout/default"/>
    <dgm:cxn modelId="{CC20C9AD-D867-46C6-9877-54D19B9FE440}" type="presParOf" srcId="{726F02F4-9F8D-4775-9C81-224515A7803E}" destId="{4D4E8C40-59B0-43AB-AF84-E09B0A97989B}" srcOrd="2" destOrd="0" presId="urn:microsoft.com/office/officeart/2005/8/layout/default"/>
    <dgm:cxn modelId="{1DBFB9BC-3067-4271-BCE8-785778BB2CA3}" type="presParOf" srcId="{726F02F4-9F8D-4775-9C81-224515A7803E}" destId="{7C7E83C9-7603-464C-9984-362522554365}" srcOrd="3" destOrd="0" presId="urn:microsoft.com/office/officeart/2005/8/layout/default"/>
    <dgm:cxn modelId="{DC1BFD4E-D8B1-4577-B779-560D85D051FF}" type="presParOf" srcId="{726F02F4-9F8D-4775-9C81-224515A7803E}" destId="{98F0F990-6069-4005-A022-52F5C3322428}" srcOrd="4" destOrd="0" presId="urn:microsoft.com/office/officeart/2005/8/layout/default"/>
    <dgm:cxn modelId="{CF768121-64F2-4F1C-A86E-49B4254165EE}" type="presParOf" srcId="{726F02F4-9F8D-4775-9C81-224515A7803E}" destId="{B9F63AAB-2132-4804-85AD-DCDD9B20B1C0}" srcOrd="5" destOrd="0" presId="urn:microsoft.com/office/officeart/2005/8/layout/default"/>
    <dgm:cxn modelId="{130B96C4-8106-401E-AFB3-EDD6F8B6CA23}" type="presParOf" srcId="{726F02F4-9F8D-4775-9C81-224515A7803E}" destId="{6BADA56D-72BA-43AD-B597-CE1E5C02E23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29770AF-BC96-47DC-9DDA-DFA2A50DF8A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0F00EF19-60C3-46B4-A4CD-7D119C1BA512}">
      <dgm:prSet phldrT="[Text]"/>
      <dgm:spPr/>
      <dgm:t>
        <a:bodyPr/>
        <a:lstStyle/>
        <a:p>
          <a:r>
            <a:rPr lang="de-DE" dirty="0"/>
            <a:t>Assistenzroboter</a:t>
          </a:r>
        </a:p>
      </dgm:t>
    </dgm:pt>
    <dgm:pt modelId="{F4E2CB18-4F0E-465D-8E6A-76C0CA2514DD}" type="parTrans" cxnId="{296E4165-780A-43A8-85F7-19BBE141ED2F}">
      <dgm:prSet/>
      <dgm:spPr/>
      <dgm:t>
        <a:bodyPr/>
        <a:lstStyle/>
        <a:p>
          <a:endParaRPr lang="de-DE"/>
        </a:p>
      </dgm:t>
    </dgm:pt>
    <dgm:pt modelId="{2A7FE31B-F696-437B-856B-B469C212D4AB}" type="sibTrans" cxnId="{296E4165-780A-43A8-85F7-19BBE141ED2F}">
      <dgm:prSet/>
      <dgm:spPr/>
      <dgm:t>
        <a:bodyPr/>
        <a:lstStyle/>
        <a:p>
          <a:endParaRPr lang="de-DE"/>
        </a:p>
      </dgm:t>
    </dgm:pt>
    <dgm:pt modelId="{D645FAD9-24F6-4E29-923B-EA43FD36BFF7}">
      <dgm:prSet phldrT="[Text]"/>
      <dgm:spPr/>
      <dgm:t>
        <a:bodyPr/>
        <a:lstStyle/>
        <a:p>
          <a:r>
            <a:rPr lang="de-DE" dirty="0"/>
            <a:t>(teil-)autonom</a:t>
          </a:r>
        </a:p>
      </dgm:t>
    </dgm:pt>
    <dgm:pt modelId="{19FEBECE-720A-44DA-B897-CF17D2988F9C}" type="parTrans" cxnId="{9EF67F11-B7B7-471E-81D7-246BE20D4862}">
      <dgm:prSet/>
      <dgm:spPr/>
      <dgm:t>
        <a:bodyPr/>
        <a:lstStyle/>
        <a:p>
          <a:endParaRPr lang="de-DE"/>
        </a:p>
      </dgm:t>
    </dgm:pt>
    <dgm:pt modelId="{3A3125BF-C817-4658-A640-BB90EB84263D}" type="sibTrans" cxnId="{9EF67F11-B7B7-471E-81D7-246BE20D4862}">
      <dgm:prSet/>
      <dgm:spPr/>
      <dgm:t>
        <a:bodyPr/>
        <a:lstStyle/>
        <a:p>
          <a:endParaRPr lang="de-DE"/>
        </a:p>
      </dgm:t>
    </dgm:pt>
    <dgm:pt modelId="{338D88CB-FE8F-4857-9133-270654867B47}">
      <dgm:prSet phldrT="[Text]"/>
      <dgm:spPr/>
      <dgm:t>
        <a:bodyPr/>
        <a:lstStyle/>
        <a:p>
          <a:r>
            <a:rPr lang="de-DE" dirty="0"/>
            <a:t>unterstützt Menschen</a:t>
          </a:r>
        </a:p>
      </dgm:t>
    </dgm:pt>
    <dgm:pt modelId="{45A8C108-A371-4FC7-BE27-93BFE6831A52}" type="parTrans" cxnId="{DE8C7E84-A768-4D8B-887E-795898E0EDC7}">
      <dgm:prSet/>
      <dgm:spPr/>
      <dgm:t>
        <a:bodyPr/>
        <a:lstStyle/>
        <a:p>
          <a:endParaRPr lang="de-DE"/>
        </a:p>
      </dgm:t>
    </dgm:pt>
    <dgm:pt modelId="{33C85E30-E532-4C91-807E-A0A3BD2AD4D1}" type="sibTrans" cxnId="{DE8C7E84-A768-4D8B-887E-795898E0EDC7}">
      <dgm:prSet/>
      <dgm:spPr/>
      <dgm:t>
        <a:bodyPr/>
        <a:lstStyle/>
        <a:p>
          <a:endParaRPr lang="de-DE"/>
        </a:p>
      </dgm:t>
    </dgm:pt>
    <dgm:pt modelId="{F87FCF17-536E-4D14-8F0E-67B377101832}">
      <dgm:prSet phldrT="[Text]"/>
      <dgm:spPr/>
      <dgm:t>
        <a:bodyPr/>
        <a:lstStyle/>
        <a:p>
          <a:r>
            <a:rPr lang="de-DE" dirty="0"/>
            <a:t>keine Produktion</a:t>
          </a:r>
        </a:p>
      </dgm:t>
    </dgm:pt>
    <dgm:pt modelId="{5CF15917-9824-4787-A660-607002ADEAB2}" type="parTrans" cxnId="{5B9669D1-D05D-4A02-BF97-6E630C1B4B10}">
      <dgm:prSet/>
      <dgm:spPr/>
      <dgm:t>
        <a:bodyPr/>
        <a:lstStyle/>
        <a:p>
          <a:endParaRPr lang="de-DE"/>
        </a:p>
      </dgm:t>
    </dgm:pt>
    <dgm:pt modelId="{95360F48-B064-4115-9989-C3BAB94B36EF}" type="sibTrans" cxnId="{5B9669D1-D05D-4A02-BF97-6E630C1B4B10}">
      <dgm:prSet/>
      <dgm:spPr/>
      <dgm:t>
        <a:bodyPr/>
        <a:lstStyle/>
        <a:p>
          <a:endParaRPr lang="de-DE"/>
        </a:p>
      </dgm:t>
    </dgm:pt>
    <dgm:pt modelId="{AE1C4170-B8B4-4315-822C-74619EE95B8F}">
      <dgm:prSet phldrT="[Text]"/>
      <dgm:spPr/>
      <dgm:t>
        <a:bodyPr/>
        <a:lstStyle/>
        <a:p>
          <a:endParaRPr lang="de-DE" dirty="0"/>
        </a:p>
      </dgm:t>
    </dgm:pt>
    <dgm:pt modelId="{B15E26DE-90F6-4786-A928-1BFCADF1253B}" type="parTrans" cxnId="{116240C4-80F0-412D-9396-DC316B3F0B6A}">
      <dgm:prSet/>
      <dgm:spPr/>
      <dgm:t>
        <a:bodyPr/>
        <a:lstStyle/>
        <a:p>
          <a:endParaRPr lang="de-DE"/>
        </a:p>
      </dgm:t>
    </dgm:pt>
    <dgm:pt modelId="{926A2C05-1600-4C47-934E-88654268F785}" type="sibTrans" cxnId="{116240C4-80F0-412D-9396-DC316B3F0B6A}">
      <dgm:prSet/>
      <dgm:spPr/>
      <dgm:t>
        <a:bodyPr/>
        <a:lstStyle/>
        <a:p>
          <a:endParaRPr lang="de-DE"/>
        </a:p>
      </dgm:t>
    </dgm:pt>
    <dgm:pt modelId="{003AEAB9-F4F7-4A56-B7A7-B3A19FA501D2}" type="pres">
      <dgm:prSet presAssocID="{C29770AF-BC96-47DC-9DDA-DFA2A50DF8AD}" presName="linear" presStyleCnt="0">
        <dgm:presLayoutVars>
          <dgm:animLvl val="lvl"/>
          <dgm:resizeHandles val="exact"/>
        </dgm:presLayoutVars>
      </dgm:prSet>
      <dgm:spPr/>
    </dgm:pt>
    <dgm:pt modelId="{5614F034-8AB8-4EBE-ACDD-D0A46DD7C079}" type="pres">
      <dgm:prSet presAssocID="{0F00EF19-60C3-46B4-A4CD-7D119C1BA512}" presName="parentText" presStyleLbl="node1" presStyleIdx="0" presStyleCnt="1" custLinFactNeighborY="3257">
        <dgm:presLayoutVars>
          <dgm:chMax val="0"/>
          <dgm:bulletEnabled val="1"/>
        </dgm:presLayoutVars>
      </dgm:prSet>
      <dgm:spPr/>
    </dgm:pt>
    <dgm:pt modelId="{F668552C-9D35-4361-88EF-2C54D5020D2A}" type="pres">
      <dgm:prSet presAssocID="{0F00EF19-60C3-46B4-A4CD-7D119C1BA512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3524F702-DA5F-415F-A846-BA33C4AA1791}" type="presOf" srcId="{D645FAD9-24F6-4E29-923B-EA43FD36BFF7}" destId="{F668552C-9D35-4361-88EF-2C54D5020D2A}" srcOrd="0" destOrd="0" presId="urn:microsoft.com/office/officeart/2005/8/layout/vList2"/>
    <dgm:cxn modelId="{9EF67F11-B7B7-471E-81D7-246BE20D4862}" srcId="{0F00EF19-60C3-46B4-A4CD-7D119C1BA512}" destId="{D645FAD9-24F6-4E29-923B-EA43FD36BFF7}" srcOrd="0" destOrd="0" parTransId="{19FEBECE-720A-44DA-B897-CF17D2988F9C}" sibTransId="{3A3125BF-C817-4658-A640-BB90EB84263D}"/>
    <dgm:cxn modelId="{FF471923-8FF0-40C0-BF60-2AC81D6B77AB}" type="presOf" srcId="{338D88CB-FE8F-4857-9133-270654867B47}" destId="{F668552C-9D35-4361-88EF-2C54D5020D2A}" srcOrd="0" destOrd="1" presId="urn:microsoft.com/office/officeart/2005/8/layout/vList2"/>
    <dgm:cxn modelId="{EC74A143-2468-444C-B337-0C8A7ABA4A04}" type="presOf" srcId="{F87FCF17-536E-4D14-8F0E-67B377101832}" destId="{F668552C-9D35-4361-88EF-2C54D5020D2A}" srcOrd="0" destOrd="2" presId="urn:microsoft.com/office/officeart/2005/8/layout/vList2"/>
    <dgm:cxn modelId="{296E4165-780A-43A8-85F7-19BBE141ED2F}" srcId="{C29770AF-BC96-47DC-9DDA-DFA2A50DF8AD}" destId="{0F00EF19-60C3-46B4-A4CD-7D119C1BA512}" srcOrd="0" destOrd="0" parTransId="{F4E2CB18-4F0E-465D-8E6A-76C0CA2514DD}" sibTransId="{2A7FE31B-F696-437B-856B-B469C212D4AB}"/>
    <dgm:cxn modelId="{DE8C7E84-A768-4D8B-887E-795898E0EDC7}" srcId="{0F00EF19-60C3-46B4-A4CD-7D119C1BA512}" destId="{338D88CB-FE8F-4857-9133-270654867B47}" srcOrd="1" destOrd="0" parTransId="{45A8C108-A371-4FC7-BE27-93BFE6831A52}" sibTransId="{33C85E30-E532-4C91-807E-A0A3BD2AD4D1}"/>
    <dgm:cxn modelId="{13691E98-D289-4C76-BDCF-A2460E5D4600}" type="presOf" srcId="{C29770AF-BC96-47DC-9DDA-DFA2A50DF8AD}" destId="{003AEAB9-F4F7-4A56-B7A7-B3A19FA501D2}" srcOrd="0" destOrd="0" presId="urn:microsoft.com/office/officeart/2005/8/layout/vList2"/>
    <dgm:cxn modelId="{99F7CDAA-1BD3-4020-8C26-50CC4736473E}" type="presOf" srcId="{AE1C4170-B8B4-4315-822C-74619EE95B8F}" destId="{F668552C-9D35-4361-88EF-2C54D5020D2A}" srcOrd="0" destOrd="3" presId="urn:microsoft.com/office/officeart/2005/8/layout/vList2"/>
    <dgm:cxn modelId="{BC9552BE-6F01-4914-9BD8-8A4CFE86BE66}" type="presOf" srcId="{0F00EF19-60C3-46B4-A4CD-7D119C1BA512}" destId="{5614F034-8AB8-4EBE-ACDD-D0A46DD7C079}" srcOrd="0" destOrd="0" presId="urn:microsoft.com/office/officeart/2005/8/layout/vList2"/>
    <dgm:cxn modelId="{116240C4-80F0-412D-9396-DC316B3F0B6A}" srcId="{0F00EF19-60C3-46B4-A4CD-7D119C1BA512}" destId="{AE1C4170-B8B4-4315-822C-74619EE95B8F}" srcOrd="3" destOrd="0" parTransId="{B15E26DE-90F6-4786-A928-1BFCADF1253B}" sibTransId="{926A2C05-1600-4C47-934E-88654268F785}"/>
    <dgm:cxn modelId="{5B9669D1-D05D-4A02-BF97-6E630C1B4B10}" srcId="{0F00EF19-60C3-46B4-A4CD-7D119C1BA512}" destId="{F87FCF17-536E-4D14-8F0E-67B377101832}" srcOrd="2" destOrd="0" parTransId="{5CF15917-9824-4787-A660-607002ADEAB2}" sibTransId="{95360F48-B064-4115-9989-C3BAB94B36EF}"/>
    <dgm:cxn modelId="{C30816BA-3B33-420A-9457-D0D24F8F2583}" type="presParOf" srcId="{003AEAB9-F4F7-4A56-B7A7-B3A19FA501D2}" destId="{5614F034-8AB8-4EBE-ACDD-D0A46DD7C079}" srcOrd="0" destOrd="0" presId="urn:microsoft.com/office/officeart/2005/8/layout/vList2"/>
    <dgm:cxn modelId="{02A9CE5F-4FBE-46F4-9675-A797724F13BA}" type="presParOf" srcId="{003AEAB9-F4F7-4A56-B7A7-B3A19FA501D2}" destId="{F668552C-9D35-4361-88EF-2C54D5020D2A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4B794D-5A84-4515-A456-6F596DBB0A47}">
      <dsp:nvSpPr>
        <dsp:cNvPr id="0" name=""/>
        <dsp:cNvSpPr/>
      </dsp:nvSpPr>
      <dsp:spPr>
        <a:xfrm>
          <a:off x="0" y="23291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Interaktion mit gesprochener Sprache</a:t>
          </a:r>
        </a:p>
      </dsp:txBody>
      <dsp:txXfrm>
        <a:off x="0" y="23291"/>
        <a:ext cx="3306465" cy="1983879"/>
      </dsp:txXfrm>
    </dsp:sp>
    <dsp:sp modelId="{12222C90-4DF2-4BFE-B0A2-C7F4F34F733D}">
      <dsp:nvSpPr>
        <dsp:cNvPr id="0" name=""/>
        <dsp:cNvSpPr/>
      </dsp:nvSpPr>
      <dsp:spPr>
        <a:xfrm>
          <a:off x="3637111" y="23291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geringes Vorwissen</a:t>
          </a:r>
        </a:p>
      </dsp:txBody>
      <dsp:txXfrm>
        <a:off x="3637111" y="23291"/>
        <a:ext cx="3306465" cy="1983879"/>
      </dsp:txXfrm>
    </dsp:sp>
    <dsp:sp modelId="{2BEFD4F9-CCC6-4D26-8E6B-B19BB0E3D1E3}">
      <dsp:nvSpPr>
        <dsp:cNvPr id="0" name=""/>
        <dsp:cNvSpPr/>
      </dsp:nvSpPr>
      <dsp:spPr>
        <a:xfrm>
          <a:off x="7274223" y="23291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Nutzung auch mit motorischen Einschränkungen</a:t>
          </a:r>
        </a:p>
      </dsp:txBody>
      <dsp:txXfrm>
        <a:off x="7274223" y="23291"/>
        <a:ext cx="3306465" cy="1983879"/>
      </dsp:txXfrm>
    </dsp:sp>
    <dsp:sp modelId="{091D0F77-6323-440E-BC67-8910A814E213}">
      <dsp:nvSpPr>
        <dsp:cNvPr id="0" name=""/>
        <dsp:cNvSpPr/>
      </dsp:nvSpPr>
      <dsp:spPr>
        <a:xfrm>
          <a:off x="0" y="2337816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universelles Konzept</a:t>
          </a:r>
        </a:p>
      </dsp:txBody>
      <dsp:txXfrm>
        <a:off x="0" y="2337816"/>
        <a:ext cx="3306465" cy="1983879"/>
      </dsp:txXfrm>
    </dsp:sp>
    <dsp:sp modelId="{533E62F0-F12F-46E1-87E0-8F4BCDF5C993}">
      <dsp:nvSpPr>
        <dsp:cNvPr id="0" name=""/>
        <dsp:cNvSpPr/>
      </dsp:nvSpPr>
      <dsp:spPr>
        <a:xfrm>
          <a:off x="3637111" y="2337816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Schutz der Privatsphäre</a:t>
          </a:r>
        </a:p>
      </dsp:txBody>
      <dsp:txXfrm>
        <a:off x="3637111" y="2337816"/>
        <a:ext cx="3306465" cy="1983879"/>
      </dsp:txXfrm>
    </dsp:sp>
    <dsp:sp modelId="{87CB8EDA-F789-4575-B64B-40D993F1C78C}">
      <dsp:nvSpPr>
        <dsp:cNvPr id="0" name=""/>
        <dsp:cNvSpPr/>
      </dsp:nvSpPr>
      <dsp:spPr>
        <a:xfrm>
          <a:off x="7274223" y="2337816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Test mit Prototyp</a:t>
          </a:r>
        </a:p>
      </dsp:txBody>
      <dsp:txXfrm>
        <a:off x="7274223" y="2337816"/>
        <a:ext cx="3306465" cy="198387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2250E0-8781-481D-872F-6323B6C30192}">
      <dsp:nvSpPr>
        <dsp:cNvPr id="0" name=""/>
        <dsp:cNvSpPr/>
      </dsp:nvSpPr>
      <dsp:spPr>
        <a:xfrm>
          <a:off x="1853610" y="2779"/>
          <a:ext cx="3856523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§ 3 </a:t>
          </a:r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„Räumlicher Anwendungsbereich“</a:t>
          </a:r>
        </a:p>
      </dsp:txBody>
      <dsp:txXfrm>
        <a:off x="1853610" y="2779"/>
        <a:ext cx="3856523" cy="2313914"/>
      </dsp:txXfrm>
    </dsp:sp>
    <dsp:sp modelId="{4D4E8C40-59B0-43AB-AF84-E09B0A97989B}">
      <dsp:nvSpPr>
        <dsp:cNvPr id="0" name=""/>
        <dsp:cNvSpPr/>
      </dsp:nvSpPr>
      <dsp:spPr>
        <a:xfrm>
          <a:off x="6095786" y="2779"/>
          <a:ext cx="3856523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§ 5</a:t>
          </a:r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 „Grundsätze für die die Verarbeitung personenbezogener Daten“</a:t>
          </a:r>
        </a:p>
      </dsp:txBody>
      <dsp:txXfrm>
        <a:off x="6095786" y="2779"/>
        <a:ext cx="3856523" cy="2313914"/>
      </dsp:txXfrm>
    </dsp:sp>
    <dsp:sp modelId="{98F0F990-6069-4005-A022-52F5C3322428}">
      <dsp:nvSpPr>
        <dsp:cNvPr id="0" name=""/>
        <dsp:cNvSpPr/>
      </dsp:nvSpPr>
      <dsp:spPr>
        <a:xfrm>
          <a:off x="527718" y="2702346"/>
          <a:ext cx="3856523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§ 17</a:t>
          </a:r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 „Recht auf Löschung“</a:t>
          </a:r>
        </a:p>
      </dsp:txBody>
      <dsp:txXfrm>
        <a:off x="527718" y="2702346"/>
        <a:ext cx="3856523" cy="2313914"/>
      </dsp:txXfrm>
    </dsp:sp>
    <dsp:sp modelId="{6BADA56D-72BA-43AD-B597-CE1E5C02E238}">
      <dsp:nvSpPr>
        <dsp:cNvPr id="0" name=""/>
        <dsp:cNvSpPr/>
      </dsp:nvSpPr>
      <dsp:spPr>
        <a:xfrm>
          <a:off x="4769894" y="2702346"/>
          <a:ext cx="6508307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§ 25</a:t>
          </a:r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 „Datenschutz durch Technikgestaltung und durch datenschutzfreundliche Voreinstellungen“</a:t>
          </a:r>
        </a:p>
      </dsp:txBody>
      <dsp:txXfrm>
        <a:off x="4769894" y="2702346"/>
        <a:ext cx="6508307" cy="231391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14F034-8AB8-4EBE-ACDD-D0A46DD7C079}">
      <dsp:nvSpPr>
        <dsp:cNvPr id="0" name=""/>
        <dsp:cNvSpPr/>
      </dsp:nvSpPr>
      <dsp:spPr>
        <a:xfrm>
          <a:off x="0" y="135888"/>
          <a:ext cx="5471160" cy="12612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4900" kern="1200" dirty="0"/>
            <a:t>Assistenzroboter</a:t>
          </a:r>
        </a:p>
      </dsp:txBody>
      <dsp:txXfrm>
        <a:off x="61570" y="197458"/>
        <a:ext cx="5348020" cy="1138119"/>
      </dsp:txXfrm>
    </dsp:sp>
    <dsp:sp modelId="{F668552C-9D35-4361-88EF-2C54D5020D2A}">
      <dsp:nvSpPr>
        <dsp:cNvPr id="0" name=""/>
        <dsp:cNvSpPr/>
      </dsp:nvSpPr>
      <dsp:spPr>
        <a:xfrm>
          <a:off x="0" y="1281523"/>
          <a:ext cx="5471160" cy="35500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3709" tIns="62230" rIns="348488" bIns="62230" numCol="1" spcCol="1270" anchor="t" anchorCtr="0">
          <a:noAutofit/>
        </a:bodyPr>
        <a:lstStyle/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3800" kern="1200" dirty="0"/>
            <a:t>(teil-)autonom</a:t>
          </a:r>
        </a:p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3800" kern="1200" dirty="0"/>
            <a:t>unterstützt Menschen</a:t>
          </a:r>
        </a:p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3800" kern="1200" dirty="0"/>
            <a:t>keine Produktion</a:t>
          </a:r>
        </a:p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de-DE" sz="3800" kern="1200" dirty="0"/>
        </a:p>
      </dsp:txBody>
      <dsp:txXfrm>
        <a:off x="0" y="1281523"/>
        <a:ext cx="5471160" cy="35500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AC6211-610F-44E5-BF19-D3CDF6EDD281}" type="datetimeFigureOut">
              <a:rPr lang="de-DE" smtClean="0"/>
              <a:t>20.11.2019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61AA8-FB04-42D1-9939-D1A1356F80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315604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7435D3-23A6-45D3-8DFA-7317DC1E7A64}" type="datetimeFigureOut">
              <a:rPr lang="de-DE" smtClean="0"/>
              <a:t>20.11.2019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9AC09-DF60-43F4-96BF-67D4D9A7409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31825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elfolie_T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/>
        </p:nvSpPr>
        <p:spPr>
          <a:xfrm>
            <a:off x="0" y="1025526"/>
            <a:ext cx="12192000" cy="5832476"/>
          </a:xfrm>
          <a:prstGeom prst="rect">
            <a:avLst/>
          </a:prstGeom>
          <a:gradFill>
            <a:gsLst>
              <a:gs pos="14000">
                <a:schemeClr val="tx2"/>
              </a:gs>
              <a:gs pos="100000">
                <a:schemeClr val="accent2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74714" y="4494775"/>
            <a:ext cx="10438871" cy="1334525"/>
          </a:xfrm>
        </p:spPr>
        <p:txBody>
          <a:bodyPr/>
          <a:lstStyle>
            <a:lvl1pPr marL="0" indent="0" algn="l">
              <a:buNone/>
              <a:defRPr>
                <a:solidFill>
                  <a:schemeClr val="bg1">
                    <a:alpha val="80000"/>
                  </a:schemeClr>
                </a:solidFill>
              </a:defRPr>
            </a:lvl1pPr>
            <a:lvl2pPr marL="457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  <a:br>
              <a:rPr lang="de-DE" dirty="0"/>
            </a:br>
            <a:r>
              <a:rPr lang="de-DE" dirty="0"/>
              <a:t>Ort oder Anlass des Vortrags // Samstag, 13. Januar 2018</a:t>
            </a:r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2420841"/>
            <a:ext cx="10438873" cy="828676"/>
          </a:xfrm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600">
                <a:solidFill>
                  <a:schemeClr val="bg1">
                    <a:alpha val="80000"/>
                  </a:schemeClr>
                </a:solidFill>
              </a:defRPr>
            </a:lvl1pPr>
          </a:lstStyle>
          <a:p>
            <a:pPr lvl="0"/>
            <a:r>
              <a:rPr lang="de-DE" dirty="0"/>
              <a:t>Martin </a:t>
            </a:r>
            <a:r>
              <a:rPr lang="de-DE" dirty="0" err="1"/>
              <a:t>Eisoldt</a:t>
            </a:r>
            <a:br>
              <a:rPr lang="de-DE" dirty="0"/>
            </a:br>
            <a:r>
              <a:rPr lang="de-DE" dirty="0"/>
              <a:t>Struktureinheit  der TU Dresden</a:t>
            </a:r>
          </a:p>
        </p:txBody>
      </p:sp>
      <p:sp>
        <p:nvSpPr>
          <p:cNvPr id="4" name="Rechteck 3"/>
          <p:cNvSpPr/>
          <p:nvPr/>
        </p:nvSpPr>
        <p:spPr>
          <a:xfrm>
            <a:off x="0" y="1025525"/>
            <a:ext cx="12192000" cy="171451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874713" y="3392203"/>
            <a:ext cx="10438873" cy="972108"/>
          </a:xfrm>
          <a:ln>
            <a:noFill/>
          </a:ln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Aufbau einer unabhängigen natürlich-sprachlichen Mensch-Roboter-Interaktion</a:t>
            </a:r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2731" y="328249"/>
            <a:ext cx="1218534" cy="554589"/>
          </a:xfrm>
          <a:prstGeom prst="rect">
            <a:avLst/>
          </a:prstGeom>
        </p:spPr>
      </p:pic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31"/>
            <a:ext cx="1764738" cy="5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12023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_T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74712" y="4494775"/>
            <a:ext cx="10438873" cy="1334525"/>
          </a:xfrm>
        </p:spPr>
        <p:txBody>
          <a:bodyPr/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457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  <a:br>
              <a:rPr lang="de-DE" dirty="0"/>
            </a:br>
            <a:r>
              <a:rPr lang="de-DE" dirty="0"/>
              <a:t>Ort oder Anlass des Vortrags // Samstag, 13. Januar 2018</a:t>
            </a:r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2420841"/>
            <a:ext cx="10438873" cy="828676"/>
          </a:xfrm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  <a:br>
              <a:rPr lang="de-DE" dirty="0"/>
            </a:br>
            <a:r>
              <a:rPr lang="de-DE" dirty="0"/>
              <a:t>Struktureinheit  der TU Dresden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74713" y="3392203"/>
            <a:ext cx="10438873" cy="972108"/>
          </a:xfrm>
          <a:ln>
            <a:noFill/>
          </a:ln>
        </p:spPr>
        <p:txBody>
          <a:bodyPr/>
          <a:lstStyle>
            <a:lvl1pPr>
              <a:defRPr sz="32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Titelmasterformat</a:t>
            </a:r>
            <a:br>
              <a:rPr lang="de-DE" dirty="0"/>
            </a:br>
            <a:r>
              <a:rPr lang="de-DE" dirty="0"/>
              <a:t>durch Klicken bearbeiten</a:t>
            </a:r>
          </a:p>
        </p:txBody>
      </p:sp>
      <p:cxnSp>
        <p:nvCxnSpPr>
          <p:cNvPr id="8" name="Gerade Verbindung 14"/>
          <p:cNvCxnSpPr/>
          <p:nvPr/>
        </p:nvCxnSpPr>
        <p:spPr>
          <a:xfrm>
            <a:off x="0" y="1026000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4"/>
          <p:cNvCxnSpPr/>
          <p:nvPr/>
        </p:nvCxnSpPr>
        <p:spPr>
          <a:xfrm>
            <a:off x="0" y="1206000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2731" y="328249"/>
            <a:ext cx="1218534" cy="55458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31"/>
            <a:ext cx="1764738" cy="5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198478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10580688" cy="4344987"/>
          </a:xfrm>
        </p:spPr>
        <p:txBody>
          <a:bodyPr/>
          <a:lstStyle>
            <a:lvl1pPr>
              <a:spcBef>
                <a:spcPts val="1200"/>
              </a:spcBef>
              <a:defRPr/>
            </a:lvl1pPr>
            <a:lvl3pPr>
              <a:spcBef>
                <a:spcPts val="1200"/>
              </a:spcBef>
              <a:defRPr/>
            </a:lvl3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28119933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/>
        </p:nvSpPr>
        <p:spPr>
          <a:xfrm>
            <a:off x="0" y="2"/>
            <a:ext cx="12192000" cy="6129336"/>
          </a:xfrm>
          <a:prstGeom prst="rect">
            <a:avLst/>
          </a:prstGeom>
          <a:gradFill>
            <a:gsLst>
              <a:gs pos="14000">
                <a:schemeClr val="tx2"/>
              </a:gs>
              <a:gs pos="100000">
                <a:schemeClr val="accent2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387259"/>
            <a:ext cx="10580687" cy="1198491"/>
          </a:xfrm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47067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5749" y="1484313"/>
            <a:ext cx="6089649" cy="43449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874711" y="1484313"/>
            <a:ext cx="4300539" cy="133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Bildplatzhalter 7"/>
          <p:cNvSpPr>
            <a:spLocks noGrp="1"/>
          </p:cNvSpPr>
          <p:nvPr>
            <p:ph type="pic" sz="quarter" idx="14"/>
          </p:nvPr>
        </p:nvSpPr>
        <p:spPr>
          <a:xfrm>
            <a:off x="874712" y="2943181"/>
            <a:ext cx="4300537" cy="133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1" name="Bildplatzhalter 7"/>
          <p:cNvSpPr>
            <a:spLocks noGrp="1"/>
          </p:cNvSpPr>
          <p:nvPr>
            <p:ph type="pic" sz="quarter" idx="15"/>
          </p:nvPr>
        </p:nvSpPr>
        <p:spPr>
          <a:xfrm>
            <a:off x="874710" y="4402050"/>
            <a:ext cx="4300537" cy="1427249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91138792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6267449" y="1484314"/>
            <a:ext cx="5187950" cy="434498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4"/>
          </p:nvPr>
        </p:nvSpPr>
        <p:spPr>
          <a:xfrm>
            <a:off x="874713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70242763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3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67449" y="1484315"/>
            <a:ext cx="51879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366198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2" y="1484314"/>
            <a:ext cx="3399576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8070849" y="1484315"/>
            <a:ext cx="33845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4457700" y="1484315"/>
            <a:ext cx="341630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43359633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59847689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10"/>
          </p:nvPr>
        </p:nvSpPr>
        <p:spPr>
          <a:xfrm>
            <a:off x="0" y="1030288"/>
            <a:ext cx="12192000" cy="509905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258956533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6"/>
            <a:ext cx="12192000" cy="612933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679611084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Das ist eine Überschrift</a:t>
            </a:r>
            <a:br>
              <a:rPr lang="de-DE" dirty="0"/>
            </a:br>
            <a:r>
              <a:rPr lang="de-DE" dirty="0"/>
              <a:t>in zwei Zeilen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74712" y="1481138"/>
            <a:ext cx="10580687" cy="436086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Textebene (16pt)</a:t>
            </a:r>
          </a:p>
          <a:p>
            <a:pPr lvl="1"/>
            <a:r>
              <a:rPr lang="de-DE" dirty="0"/>
              <a:t>Zweite Textebene für Aufzählungen</a:t>
            </a:r>
          </a:p>
          <a:p>
            <a:pPr lvl="2"/>
            <a:r>
              <a:rPr lang="de-DE" dirty="0"/>
              <a:t>Dritte Textebene bei viel Text (14pt)</a:t>
            </a:r>
          </a:p>
          <a:p>
            <a:pPr lvl="3"/>
            <a:r>
              <a:rPr lang="de-DE" dirty="0"/>
              <a:t>Vierte Textebene für Aufzählungen bei viel Text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Zwischenseite</a:t>
            </a:r>
          </a:p>
          <a:p>
            <a:pPr lvl="6"/>
            <a:r>
              <a:rPr lang="de-DE" dirty="0"/>
              <a:t>Für den nächsten Präsentationsabschnitt</a:t>
            </a:r>
          </a:p>
        </p:txBody>
      </p:sp>
      <p:sp>
        <p:nvSpPr>
          <p:cNvPr id="4" name="Textfeld 3"/>
          <p:cNvSpPr txBox="1"/>
          <p:nvPr userDrawn="1"/>
        </p:nvSpPr>
        <p:spPr>
          <a:xfrm>
            <a:off x="2924889" y="6291818"/>
            <a:ext cx="5187950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Aufbau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einer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unabhängigen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natürlich-sprachlichen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Mensch-Roboter-Interaktion</a:t>
            </a:r>
          </a:p>
          <a:p>
            <a:pPr marL="0" marR="0" lvl="0" indent="0" algn="l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Martin </a:t>
            </a:r>
            <a:r>
              <a:rPr lang="de-DE" sz="800" dirty="0" err="1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Eisoldt</a:t>
            </a:r>
            <a:endParaRPr lang="de-DE" sz="800" baseline="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/>
            <a:r>
              <a:rPr lang="de-DE" sz="800" baseline="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Verteidigung Masterarbeit // 05.12.2019</a:t>
            </a:r>
            <a:endParaRPr lang="de-DE" sz="80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8" name="Gerade Verbindung 14"/>
          <p:cNvCxnSpPr/>
          <p:nvPr/>
        </p:nvCxnSpPr>
        <p:spPr>
          <a:xfrm>
            <a:off x="0" y="6123216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/>
          <p:cNvSpPr txBox="1"/>
          <p:nvPr/>
        </p:nvSpPr>
        <p:spPr>
          <a:xfrm>
            <a:off x="8966200" y="6306444"/>
            <a:ext cx="704850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r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Folie</a:t>
            </a:r>
            <a:r>
              <a:rPr lang="de-DE" sz="800" baseline="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fld id="{38F97D41-8991-4148-BA02-56FEE4AAF2CC}" type="slidenum">
              <a:rPr lang="de-DE" sz="800" baseline="0" smtClean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pPr marL="0" marR="0" lvl="0" indent="0" algn="r" defTabSz="91426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de-DE" sz="800" baseline="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r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80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3955" y="6336430"/>
            <a:ext cx="770373" cy="350618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93" y="6336706"/>
            <a:ext cx="1115691" cy="324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890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4" r:id="rId3"/>
    <p:sldLayoutId id="2147483895" r:id="rId4"/>
    <p:sldLayoutId id="2147483896" r:id="rId5"/>
    <p:sldLayoutId id="2147483897" r:id="rId6"/>
    <p:sldLayoutId id="2147483898" r:id="rId7"/>
    <p:sldLayoutId id="2147483899" r:id="rId8"/>
    <p:sldLayoutId id="2147483901" r:id="rId9"/>
    <p:sldLayoutId id="2147483902" r:id="rId10"/>
    <p:sldLayoutId id="2147483903" r:id="rId11"/>
  </p:sldLayoutIdLst>
  <p:hf hdr="0"/>
  <p:txStyles>
    <p:titleStyle>
      <a:lvl1pPr algn="l" defTabSz="914269" rtl="0" eaLnBrk="1" latinLnBrk="0" hangingPunct="1">
        <a:spcBef>
          <a:spcPct val="0"/>
        </a:spcBef>
        <a:buNone/>
        <a:defRPr sz="2400" b="1" kern="1200" baseline="0">
          <a:solidFill>
            <a:schemeClr val="tx2"/>
          </a:solidFill>
          <a:latin typeface="Open Sans" panose="020B0606030504020204" pitchFamily="34" charset="0"/>
          <a:ea typeface="+mj-ea"/>
          <a:cs typeface="+mj-cs"/>
        </a:defRPr>
      </a:lvl1pPr>
    </p:titleStyle>
    <p:bodyStyle>
      <a:lvl1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6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1pPr>
      <a:lvl2pPr marL="395942" indent="-323953" algn="l" defTabSz="914269" rtl="0" eaLnBrk="1" latinLnBrk="0" hangingPunct="1">
        <a:spcBef>
          <a:spcPts val="300"/>
        </a:spcBef>
        <a:buFont typeface="Open Sans" panose="020B0606030504020204" pitchFamily="34" charset="0"/>
        <a:buChar char="—"/>
        <a:defRPr sz="16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2pPr>
      <a:lvl3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3pPr>
      <a:lvl4pPr marL="395942" indent="-215969" algn="l" defTabSz="914269" rtl="0" eaLnBrk="1" latinLnBrk="0" hangingPunct="1">
        <a:spcBef>
          <a:spcPts val="300"/>
        </a:spcBef>
        <a:buFont typeface="Symbol" panose="05050102010706020507" pitchFamily="18" charset="2"/>
        <a:buChar char="-"/>
        <a:defRPr sz="14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4pPr>
      <a:lvl5pPr marL="575916" indent="-179362" algn="l" defTabSz="914269" rtl="0" eaLnBrk="1" latinLnBrk="0" hangingPunct="1">
        <a:spcBef>
          <a:spcPts val="300"/>
        </a:spcBef>
        <a:buFont typeface="Symbol" panose="05050102010706020507" pitchFamily="18" charset="2"/>
        <a:buChar char="-"/>
        <a:defRPr sz="1400" kern="1200" baseline="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5pPr>
      <a:lvl6pPr marL="358723" indent="0" algn="l" defTabSz="914269" rtl="0" eaLnBrk="1" latinLnBrk="0" hangingPunct="1">
        <a:spcBef>
          <a:spcPts val="0"/>
        </a:spcBef>
        <a:buFont typeface="Arial" panose="020B0604020202020204" pitchFamily="34" charset="0"/>
        <a:buNone/>
        <a:defRPr sz="3200" b="1" kern="1200">
          <a:solidFill>
            <a:schemeClr val="bg1"/>
          </a:solidFill>
          <a:latin typeface="+mn-lt"/>
          <a:ea typeface="+mn-ea"/>
          <a:cs typeface="+mn-cs"/>
        </a:defRPr>
      </a:lvl6pPr>
      <a:lvl7pPr marL="358723" indent="0" algn="l" defTabSz="914269" rtl="0" eaLnBrk="1" latinLnBrk="0" hangingPunct="1">
        <a:spcBef>
          <a:spcPts val="0"/>
        </a:spcBef>
        <a:buFont typeface="Arial" panose="020B0604020202020204" pitchFamily="34" charset="0"/>
        <a:buNone/>
        <a:defRPr sz="3200" kern="1200">
          <a:solidFill>
            <a:schemeClr val="bg1"/>
          </a:solidFill>
          <a:latin typeface="+mn-lt"/>
          <a:ea typeface="+mn-ea"/>
          <a:cs typeface="+mn-cs"/>
        </a:defRPr>
      </a:lvl7pPr>
      <a:lvl8pPr marL="3428502" indent="-228566" algn="l" defTabSz="9142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635" indent="-228566" algn="l" defTabSz="9142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5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9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02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34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03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36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992">
          <p15:clr>
            <a:srgbClr val="F26B43"/>
          </p15:clr>
        </p15:guide>
        <p15:guide id="7" pos="1120">
          <p15:clr>
            <a:srgbClr val="F26B43"/>
          </p15:clr>
        </p15:guide>
        <p15:guide id="8" pos="1676">
          <p15:clr>
            <a:srgbClr val="F26B43"/>
          </p15:clr>
        </p15:guide>
        <p15:guide id="9" pos="1556">
          <p15:clr>
            <a:srgbClr val="F26B43"/>
          </p15:clr>
        </p15:guide>
        <p15:guide id="10" pos="2252">
          <p15:clr>
            <a:srgbClr val="F26B43"/>
          </p15:clr>
        </p15:guide>
        <p15:guide id="11" pos="2128">
          <p15:clr>
            <a:srgbClr val="F26B43"/>
          </p15:clr>
        </p15:guide>
        <p15:guide id="16" pos="3824">
          <p15:clr>
            <a:srgbClr val="F26B43"/>
          </p15:clr>
        </p15:guide>
        <p15:guide id="17" pos="3948">
          <p15:clr>
            <a:srgbClr val="F26B43"/>
          </p15:clr>
        </p15:guide>
        <p15:guide id="20" pos="4384">
          <p15:clr>
            <a:srgbClr val="F26B43"/>
          </p15:clr>
        </p15:guide>
        <p15:guide id="21" pos="4508">
          <p15:clr>
            <a:srgbClr val="F26B43"/>
          </p15:clr>
        </p15:guide>
        <p15:guide id="22" pos="6780">
          <p15:clr>
            <a:srgbClr val="F26B43"/>
          </p15:clr>
        </p15:guide>
        <p15:guide id="23" pos="6656">
          <p15:clr>
            <a:srgbClr val="F26B43"/>
          </p15:clr>
        </p15:guide>
        <p15:guide id="24" pos="4960">
          <p15:clr>
            <a:srgbClr val="F26B43"/>
          </p15:clr>
        </p15:guide>
        <p15:guide id="25" pos="5084">
          <p15:clr>
            <a:srgbClr val="F26B43"/>
          </p15:clr>
        </p15:guide>
        <p15:guide id="30" orient="horz" pos="538">
          <p15:clr>
            <a:srgbClr val="F26B43"/>
          </p15:clr>
        </p15:guide>
        <p15:guide id="31" pos="551">
          <p15:clr>
            <a:srgbClr val="F26B43"/>
          </p15:clr>
        </p15:guide>
        <p15:guide id="39" pos="6092">
          <p15:clr>
            <a:srgbClr val="F26B43"/>
          </p15:clr>
        </p15:guide>
        <p15:guide id="40" pos="6216">
          <p15:clr>
            <a:srgbClr val="F26B43"/>
          </p15:clr>
        </p15:guide>
        <p15:guide id="41" pos="2692">
          <p15:clr>
            <a:srgbClr val="F26B43"/>
          </p15:clr>
        </p15:guide>
        <p15:guide id="42" pos="2808">
          <p15:clr>
            <a:srgbClr val="F26B43"/>
          </p15:clr>
        </p15:guide>
        <p15:guide id="43" pos="3260">
          <p15:clr>
            <a:srgbClr val="F26B43"/>
          </p15:clr>
        </p15:guide>
        <p15:guide id="44" pos="3380">
          <p15:clr>
            <a:srgbClr val="F26B43"/>
          </p15:clr>
        </p15:guide>
        <p15:guide id="50" pos="5520">
          <p15:clr>
            <a:srgbClr val="F26B43"/>
          </p15:clr>
        </p15:guide>
        <p15:guide id="52" orient="horz" pos="933">
          <p15:clr>
            <a:srgbClr val="F26B43"/>
          </p15:clr>
        </p15:guide>
        <p15:guide id="53" orient="horz" pos="759">
          <p15:clr>
            <a:srgbClr val="F26B43"/>
          </p15:clr>
        </p15:guide>
        <p15:guide id="58" orient="horz" pos="218">
          <p15:clr>
            <a:srgbClr val="F26B43"/>
          </p15:clr>
        </p15:guide>
        <p15:guide id="59" orient="horz" pos="3680">
          <p15:clr>
            <a:srgbClr val="F26B43"/>
          </p15:clr>
        </p15:guide>
        <p15:guide id="60" orient="horz" pos="3861">
          <p15:clr>
            <a:srgbClr val="F26B43"/>
          </p15:clr>
        </p15:guide>
        <p15:guide id="62" orient="horz" pos="2130">
          <p15:clr>
            <a:srgbClr val="F26B43"/>
          </p15:clr>
        </p15:guide>
        <p15:guide id="65" pos="5648">
          <p15:clr>
            <a:srgbClr val="F26B43"/>
          </p15:clr>
        </p15:guide>
        <p15:guide id="66" orient="horz" pos="649">
          <p15:clr>
            <a:srgbClr val="F26B43"/>
          </p15:clr>
        </p15:guide>
        <p15:guide id="67" pos="7216">
          <p15:clr>
            <a:srgbClr val="F26B43"/>
          </p15:clr>
        </p15:guide>
        <p15:guide id="69" orient="horz" pos="3988">
          <p15:clr>
            <a:srgbClr val="F26B43"/>
          </p15:clr>
        </p15:guide>
        <p15:guide id="70" orient="horz" pos="4196">
          <p15:clr>
            <a:srgbClr val="F26B43"/>
          </p15:clr>
        </p15:guide>
        <p15:guide id="71" pos="318">
          <p15:clr>
            <a:srgbClr val="F26B43"/>
          </p15:clr>
        </p15:guide>
        <p15:guide id="72" orient="horz" pos="41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7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Untertitel 8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Verteidigung Masterarbeit </a:t>
            </a:r>
          </a:p>
          <a:p>
            <a:endParaRPr lang="de-DE" dirty="0"/>
          </a:p>
          <a:p>
            <a:r>
              <a:rPr lang="de-DE" dirty="0"/>
              <a:t>05.12.2019</a:t>
            </a:r>
          </a:p>
          <a:p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/>
              <a:t>Martin </a:t>
            </a:r>
            <a:r>
              <a:rPr lang="de-DE" dirty="0" err="1"/>
              <a:t>Eisoldt</a:t>
            </a:r>
            <a:endParaRPr lang="de-DE" dirty="0"/>
          </a:p>
          <a:p>
            <a:r>
              <a:rPr lang="de-DE" dirty="0"/>
              <a:t>Institut für Angewandte Informatik</a:t>
            </a:r>
          </a:p>
          <a:p>
            <a:r>
              <a:rPr lang="de-DE" dirty="0"/>
              <a:t>Professur für Mensch-Computer-Interaktion</a:t>
            </a:r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Aufbau einer unabhängigen natürlich-sprachlichen Mensch-Roboter-Interaktion</a:t>
            </a:r>
            <a:endParaRPr lang="de-DE" b="0" dirty="0"/>
          </a:p>
        </p:txBody>
      </p:sp>
    </p:spTree>
    <p:extLst>
      <p:ext uri="{BB962C8B-B14F-4D97-AF65-F5344CB8AC3E}">
        <p14:creationId xmlns:p14="http://schemas.microsoft.com/office/powerpoint/2010/main" val="868022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0" dirty="0"/>
              <a:t>Gliederung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sz="quarter" idx="10"/>
          </p:nvPr>
        </p:nvSpPr>
        <p:spPr>
          <a:xfrm>
            <a:off x="874711" y="1040525"/>
            <a:ext cx="10580688" cy="4344987"/>
          </a:xfrm>
        </p:spPr>
        <p:txBody>
          <a:bodyPr/>
          <a:lstStyle/>
          <a:p>
            <a:r>
              <a:rPr lang="de-DE" sz="2000" dirty="0"/>
              <a:t>1. Ziele</a:t>
            </a:r>
          </a:p>
          <a:p>
            <a:r>
              <a:rPr lang="de-DE" sz="2000" dirty="0"/>
              <a:t>2. Architektur von Sprachassistenzsystemen</a:t>
            </a:r>
          </a:p>
          <a:p>
            <a:r>
              <a:rPr lang="de-DE" sz="2000" dirty="0"/>
              <a:t>3. Betrachtungen zum Datenschutz</a:t>
            </a:r>
          </a:p>
          <a:p>
            <a:r>
              <a:rPr lang="de-DE" sz="2000" dirty="0"/>
              <a:t>4. Grundlagen des Einsatzes von Assistenzrobotern</a:t>
            </a:r>
          </a:p>
          <a:p>
            <a:r>
              <a:rPr lang="de-DE" sz="2000" dirty="0"/>
              <a:t>5. Funktionsweise von Mycroft AI</a:t>
            </a:r>
          </a:p>
          <a:p>
            <a:r>
              <a:rPr lang="de-DE" sz="2000" dirty="0"/>
              <a:t>6. Konzept für gemeinsamen Einsatz von Sprachassistenten und Assistenzrobotern</a:t>
            </a:r>
          </a:p>
          <a:p>
            <a:r>
              <a:rPr lang="de-DE" sz="2000" dirty="0"/>
              <a:t>7. Prototypische Umsetzung des Konzepts</a:t>
            </a:r>
          </a:p>
          <a:p>
            <a:r>
              <a:rPr lang="de-DE" sz="2000" dirty="0"/>
              <a:t>6. Evaluation des Konzepts</a:t>
            </a:r>
          </a:p>
          <a:p>
            <a:r>
              <a:rPr lang="de-DE" sz="2000" dirty="0"/>
              <a:t>7. Fazit</a:t>
            </a:r>
          </a:p>
          <a:p>
            <a:r>
              <a:rPr lang="de-DE" sz="2000" dirty="0"/>
              <a:t>8. Demonstration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6809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Ziele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205F1E0B-B48D-46C2-9F46-697413F2308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714489969"/>
              </p:ext>
            </p:extLst>
          </p:nvPr>
        </p:nvGraphicFramePr>
        <p:xfrm>
          <a:off x="874711" y="1484313"/>
          <a:ext cx="10580688" cy="43449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21378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B022F-4F00-45DE-8942-B2B0A7090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Architektur von Sprachassistenzsoftware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EABAEDC0-53D4-4BA8-830E-C645B8BF2449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712" y="981877"/>
            <a:ext cx="10580688" cy="4894246"/>
          </a:xfrm>
        </p:spPr>
      </p:pic>
    </p:spTree>
    <p:extLst>
      <p:ext uri="{BB962C8B-B14F-4D97-AF65-F5344CB8AC3E}">
        <p14:creationId xmlns:p14="http://schemas.microsoft.com/office/powerpoint/2010/main" val="3093176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1B9A2-7F9D-4AC5-AE3B-875CA5B58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Betrachtungen zum Datenschutz - DSGVO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FD4B1C-CF0A-45F1-8945-9D6DD261DE4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2" y="7194233"/>
            <a:ext cx="10580688" cy="4344987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Wichtiger Punkt: DSGVO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Einige Artikel von besonderer Bedeutung</a:t>
            </a:r>
          </a:p>
          <a:p>
            <a:pPr marL="681692" lvl="1" indent="-285750">
              <a:buFont typeface="Arial" panose="020B0604020202020204" pitchFamily="34" charset="0"/>
              <a:buChar char="•"/>
            </a:pPr>
            <a:r>
              <a:rPr lang="de-DE" dirty="0"/>
              <a:t>Artikel 3: „Räumlicher Anwendungsbereich“</a:t>
            </a:r>
          </a:p>
          <a:p>
            <a:pPr marL="681692" lvl="1" indent="-285750">
              <a:buFont typeface="Arial" panose="020B0604020202020204" pitchFamily="34" charset="0"/>
              <a:buChar char="•"/>
            </a:pPr>
            <a:r>
              <a:rPr lang="de-DE" dirty="0"/>
              <a:t>Artikel 5: „Grundsätze für die die Verarbeitung personenbezogener Daten“</a:t>
            </a:r>
          </a:p>
          <a:p>
            <a:pPr marL="681692" lvl="1" indent="-285750">
              <a:buFont typeface="Arial" panose="020B0604020202020204" pitchFamily="34" charset="0"/>
              <a:buChar char="•"/>
            </a:pPr>
            <a:r>
              <a:rPr lang="de-DE" dirty="0"/>
              <a:t>Artikel 17: „Recht auf Löschung“</a:t>
            </a:r>
          </a:p>
          <a:p>
            <a:pPr marL="681692" lvl="1" indent="-285750">
              <a:buFont typeface="Arial" panose="020B0604020202020204" pitchFamily="34" charset="0"/>
              <a:buChar char="•"/>
            </a:pPr>
            <a:r>
              <a:rPr lang="de-DE" dirty="0"/>
              <a:t>Artikel 25: „Datenschutz durch Technikgestaltung und durch datenschutzfreundliche Voreinstellungen“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Potentielle Konflikte: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Mögliche Bedrohungen durch Dritte -&gt; hier auf die Grafik referenzieren</a:t>
            </a:r>
          </a:p>
        </p:txBody>
      </p:sp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758C04CF-A6EC-4289-9EEA-003E91F5358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49550622"/>
              </p:ext>
            </p:extLst>
          </p:nvPr>
        </p:nvGraphicFramePr>
        <p:xfrm>
          <a:off x="264160" y="979488"/>
          <a:ext cx="11805920" cy="5019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292568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FF100E-534F-4DC1-B466-4E192826A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Betrachtungen zum Datenschutz – Mögliche Angriffe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72964D15-F361-4C99-A98C-805188DDFF8B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344" y="837423"/>
            <a:ext cx="9739311" cy="5183153"/>
          </a:xfrm>
        </p:spPr>
      </p:pic>
    </p:spTree>
    <p:extLst>
      <p:ext uri="{BB962C8B-B14F-4D97-AF65-F5344CB8AC3E}">
        <p14:creationId xmlns:p14="http://schemas.microsoft.com/office/powerpoint/2010/main" val="3767327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008286CF-E513-4E96-88C8-A71F49342B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0186499"/>
              </p:ext>
            </p:extLst>
          </p:nvPr>
        </p:nvGraphicFramePr>
        <p:xfrm>
          <a:off x="320040" y="980035"/>
          <a:ext cx="5471160" cy="48518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Grafik 7">
            <a:extLst>
              <a:ext uri="{FF2B5EF4-FFF2-40B4-BE49-F238E27FC236}">
                <a16:creationId xmlns:a16="http://schemas.microsoft.com/office/drawing/2014/main" id="{C940B9A0-FAF1-44EA-8702-09A34C5D95F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8320" y="3429000"/>
            <a:ext cx="4749800" cy="2224539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EC37B9C2-4626-4D8B-A603-50A9D302345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0081" y="99893"/>
            <a:ext cx="2458720" cy="2971845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3231B203-6ABC-4036-AD4B-353460B5A70F}"/>
              </a:ext>
            </a:extLst>
          </p:cNvPr>
          <p:cNvSpPr txBox="1"/>
          <p:nvPr/>
        </p:nvSpPr>
        <p:spPr>
          <a:xfrm>
            <a:off x="6875781" y="5688598"/>
            <a:ext cx="522732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RIBA [</a:t>
            </a:r>
            <a:r>
              <a:rPr lang="de-DE" dirty="0" err="1"/>
              <a:t>Muk</a:t>
            </a:r>
            <a:r>
              <a:rPr lang="de-DE" dirty="0"/>
              <a:t>+ 10], TOOMAS [Gro+ 09], PARO [CAL+ 11]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57E397E-6B4C-41D0-A94C-764F689E8FE3}"/>
              </a:ext>
            </a:extLst>
          </p:cNvPr>
          <p:cNvSpPr txBox="1"/>
          <p:nvPr/>
        </p:nvSpPr>
        <p:spPr>
          <a:xfrm>
            <a:off x="8260081" y="3069839"/>
            <a:ext cx="340360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Basisarchitektur [Gal+ 06]</a:t>
            </a:r>
          </a:p>
        </p:txBody>
      </p:sp>
    </p:spTree>
    <p:extLst>
      <p:ext uri="{BB962C8B-B14F-4D97-AF65-F5344CB8AC3E}">
        <p14:creationId xmlns:p14="http://schemas.microsoft.com/office/powerpoint/2010/main" val="868570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61947E-EDA4-4EDA-A29F-082015E1C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Mögliche Sprachassistenzsysteme</a:t>
            </a:r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0053D79D-08C5-4CC0-854E-CF25FF7ED16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997" y="1868837"/>
            <a:ext cx="2429646" cy="1944687"/>
          </a:xfr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C854D074-D9CF-42A8-AFED-0665244B148F}"/>
              </a:ext>
            </a:extLst>
          </p:cNvPr>
          <p:cNvSpPr/>
          <p:nvPr/>
        </p:nvSpPr>
        <p:spPr>
          <a:xfrm>
            <a:off x="736601" y="3866159"/>
            <a:ext cx="225043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000" dirty="0"/>
              <a:t>https://mycroft.ai/wp-content/uploads/2019/01/Mycroft_logo_two_markandtype_hires.png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73B9318B-4D38-4A0A-9E7B-4DA0B2AF4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8496" y="1934781"/>
            <a:ext cx="3021330" cy="1812798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5C079ED6-29E0-4CAC-85EB-65566BE96AC4}"/>
              </a:ext>
            </a:extLst>
          </p:cNvPr>
          <p:cNvSpPr/>
          <p:nvPr/>
        </p:nvSpPr>
        <p:spPr>
          <a:xfrm>
            <a:off x="4323080" y="3927714"/>
            <a:ext cx="354584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100" dirty="0"/>
              <a:t>https://www.panbachi.de/wp-content/uploads/2019/04/snips.jpg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AA6CABF9-2D37-426B-B577-95A5CC02D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8920" y="1816816"/>
            <a:ext cx="4131214" cy="2049343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4A221CC3-8D9A-4BC8-8A59-22A8FE32DF50}"/>
              </a:ext>
            </a:extLst>
          </p:cNvPr>
          <p:cNvSpPr/>
          <p:nvPr/>
        </p:nvSpPr>
        <p:spPr>
          <a:xfrm rot="10800000" flipV="1">
            <a:off x="8361680" y="3927713"/>
            <a:ext cx="4931506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100" dirty="0"/>
              <a:t>https://i0.wp.com/stadt-bremerhaven.de/wp-content/uploads/2018/02/amazon-alexa.jpg</a:t>
            </a:r>
          </a:p>
        </p:txBody>
      </p:sp>
    </p:spTree>
    <p:extLst>
      <p:ext uri="{BB962C8B-B14F-4D97-AF65-F5344CB8AC3E}">
        <p14:creationId xmlns:p14="http://schemas.microsoft.com/office/powerpoint/2010/main" val="36262471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31FB51-B0A5-4159-AE41-DB1C26D5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Funktionsweise von Mycroft AI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D11B5B1-85C2-4748-8697-213F5FAE8FB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Vergleich verschiedener Sprachassistenten, Ergebnis: Mycroft am besten geeignet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Tabelle?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136567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C1F2FF-9D58-429E-8174-14B333912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 - Geeignete Einsatzszenarien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E3F8C54-9742-4607-AE11-A47A09986ED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66071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AA14FD-CD28-44BB-ADBE-13BF21982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 – Anforderungen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184A8A-D3ED-4D90-B7B3-3BC90B0AF15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20094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F49B76-939C-43B7-BE46-B5D3FFA02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8193BD9-B0B3-4D53-B156-DCC437D09BA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94003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1E9E38-FCDF-4A93-9263-3DEF6BAA2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Prototyp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E5DF30-860B-4ACE-9256-2F43CEE6023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 dirty="0"/>
              <a:t>Einsatz mit </a:t>
            </a:r>
            <a:r>
              <a:rPr lang="de-DE" dirty="0" err="1"/>
              <a:t>Loomo</a:t>
            </a:r>
            <a:endParaRPr lang="de-DE" dirty="0"/>
          </a:p>
          <a:p>
            <a:r>
              <a:rPr lang="de-DE" dirty="0"/>
              <a:t>Besonderheiten der Umsetzung mit Mycroft</a:t>
            </a:r>
          </a:p>
          <a:p>
            <a:r>
              <a:rPr lang="de-DE" dirty="0"/>
              <a:t>Welche Funktionen sind Teil?</a:t>
            </a:r>
          </a:p>
          <a:p>
            <a:r>
              <a:rPr lang="de-DE" dirty="0"/>
              <a:t>Wie gut wurden Anforderungen erfüllt?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951451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22AFB5-AFD4-409B-97A4-AFB670C25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Prototyp – Erfüllung der Anforderungen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752B4C2-5BBE-4C84-B361-ABDC5FB6FD5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7279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A4C76B-95F3-41D5-AD2B-211D07E00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– 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974316-600A-4F5D-9A95-15612978C88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1712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BC75D6-75F5-41B9-A8FC-2B5711885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– Ergebnisse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5584C3-8497-4D0D-BBF4-DB90C6E0F9C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77879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8BA82F-070A-48F0-AB21-5C7A92846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Fazit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F86AC44-4169-416E-87F2-1E8DAF184AA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 dirty="0"/>
              <a:t>Besonders auf die Diskussion &amp; Ausblick eingehen</a:t>
            </a:r>
          </a:p>
        </p:txBody>
      </p:sp>
    </p:spTree>
    <p:extLst>
      <p:ext uri="{BB962C8B-B14F-4D97-AF65-F5344CB8AC3E}">
        <p14:creationId xmlns:p14="http://schemas.microsoft.com/office/powerpoint/2010/main" val="21518764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C2C125-EB6A-4CA2-8974-91FCFB19B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4440" y="2744787"/>
            <a:ext cx="2103120" cy="684213"/>
          </a:xfrm>
        </p:spPr>
        <p:txBody>
          <a:bodyPr/>
          <a:lstStyle/>
          <a:p>
            <a:r>
              <a:rPr lang="de-DE" dirty="0"/>
              <a:t>Präsentation</a:t>
            </a:r>
          </a:p>
        </p:txBody>
      </p:sp>
    </p:spTree>
    <p:extLst>
      <p:ext uri="{BB962C8B-B14F-4D97-AF65-F5344CB8AC3E}">
        <p14:creationId xmlns:p14="http://schemas.microsoft.com/office/powerpoint/2010/main" val="55741448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heme/theme1.xml><?xml version="1.0" encoding="utf-8"?>
<a:theme xmlns:a="http://schemas.openxmlformats.org/drawingml/2006/main" name="TUD_2018_16zu9">
  <a:themeElements>
    <a:clrScheme name="TUD_Farben">
      <a:dk1>
        <a:srgbClr val="00305E"/>
      </a:dk1>
      <a:lt1>
        <a:srgbClr val="FFFFFF"/>
      </a:lt1>
      <a:dk2>
        <a:srgbClr val="00305E"/>
      </a:dk2>
      <a:lt2>
        <a:srgbClr val="727879"/>
      </a:lt2>
      <a:accent1>
        <a:srgbClr val="009EE0"/>
      </a:accent1>
      <a:accent2>
        <a:srgbClr val="006AB3"/>
      </a:accent2>
      <a:accent3>
        <a:srgbClr val="6AB023"/>
      </a:accent3>
      <a:accent4>
        <a:srgbClr val="007D40"/>
      </a:accent4>
      <a:accent5>
        <a:srgbClr val="93107E"/>
      </a:accent5>
      <a:accent6>
        <a:srgbClr val="54378A"/>
      </a:accent6>
      <a:hlink>
        <a:srgbClr val="009EE0"/>
      </a:hlink>
      <a:folHlink>
        <a:srgbClr val="006AB3"/>
      </a:folHlink>
    </a:clrScheme>
    <a:fontScheme name="TUD_Open Sans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_Verteidigung_0.1_ml300418.pptx" id="{5142B987-C3C6-4F2B-A2EC-E918EE1361EC}" vid="{50F240C6-41B4-4B3C-9B5F-BA4EF3220764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Praesentation_Verteidigung_0-1_ml300418</Template>
  <TotalTime>0</TotalTime>
  <Words>364</Words>
  <Application>Microsoft Office PowerPoint</Application>
  <PresentationFormat>Breitbild</PresentationFormat>
  <Paragraphs>71</Paragraphs>
  <Slides>18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3" baseType="lpstr">
      <vt:lpstr>Open Sans</vt:lpstr>
      <vt:lpstr>Calibri</vt:lpstr>
      <vt:lpstr>Arial</vt:lpstr>
      <vt:lpstr>Symbol</vt:lpstr>
      <vt:lpstr>TUD_2018_16zu9</vt:lpstr>
      <vt:lpstr>Aufbau einer unabhängigen natürlich-sprachlichen Mensch-Roboter-Interaktion</vt:lpstr>
      <vt:lpstr>Gliederung</vt:lpstr>
      <vt:lpstr>Ziele</vt:lpstr>
      <vt:lpstr>Architektur von Sprachassistenzsoftware</vt:lpstr>
      <vt:lpstr>Betrachtungen zum Datenschutz - DSGVO</vt:lpstr>
      <vt:lpstr>Betrachtungen zum Datenschutz – Mögliche Angriffe</vt:lpstr>
      <vt:lpstr>PowerPoint-Präsentation</vt:lpstr>
      <vt:lpstr>Mögliche Sprachassistenzsysteme</vt:lpstr>
      <vt:lpstr>Funktionsweise von Mycroft AI</vt:lpstr>
      <vt:lpstr>Konzept - Geeignete Einsatzszenarien</vt:lpstr>
      <vt:lpstr>Konzept – Anforderungen</vt:lpstr>
      <vt:lpstr>Konzept</vt:lpstr>
      <vt:lpstr>Prototyp</vt:lpstr>
      <vt:lpstr>Prototyp – Erfüllung der Anforderungen</vt:lpstr>
      <vt:lpstr>Evaluation – Design</vt:lpstr>
      <vt:lpstr>Evaluation – Ergebnisse</vt:lpstr>
      <vt:lpstr>Fazit</vt:lpstr>
      <vt:lpstr>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Aufbau einer unabhängigen natürlich-sprachlichen Mensch-Roboter-Interaktion</dc:title>
  <dc:creator>Martin</dc:creator>
  <cp:lastModifiedBy>Martin</cp:lastModifiedBy>
  <cp:revision>19</cp:revision>
  <dcterms:created xsi:type="dcterms:W3CDTF">2019-11-19T12:27:14Z</dcterms:created>
  <dcterms:modified xsi:type="dcterms:W3CDTF">2019-11-20T16:55:07Z</dcterms:modified>
</cp:coreProperties>
</file>