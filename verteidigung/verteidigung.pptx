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omments/comment1.xml" ContentType="application/vnd.openxmlformats-officedocument.presentationml.comments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1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4" r:id="rId3"/>
    <p:sldId id="268" r:id="rId4"/>
    <p:sldId id="269" r:id="rId5"/>
    <p:sldId id="270" r:id="rId6"/>
    <p:sldId id="278" r:id="rId7"/>
    <p:sldId id="279" r:id="rId8"/>
    <p:sldId id="280" r:id="rId9"/>
    <p:sldId id="281" r:id="rId10"/>
    <p:sldId id="282" r:id="rId11"/>
    <p:sldId id="272" r:id="rId12"/>
    <p:sldId id="283" r:id="rId13"/>
    <p:sldId id="287" r:id="rId14"/>
    <p:sldId id="274" r:id="rId15"/>
    <p:sldId id="284" r:id="rId16"/>
    <p:sldId id="285" r:id="rId17"/>
    <p:sldId id="286" r:id="rId18"/>
    <p:sldId id="276" r:id="rId19"/>
    <p:sldId id="277" r:id="rId20"/>
    <p:sldId id="290" r:id="rId21"/>
    <p:sldId id="291" r:id="rId22"/>
    <p:sldId id="288" r:id="rId23"/>
    <p:sldId id="289" r:id="rId24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Open Sans" panose="020B0604020202020204" charset="0"/>
      <p:regular r:id="rId31"/>
      <p:bold r:id="rId32"/>
      <p:italic r:id="rId33"/>
      <p:boldItalic r:id="rId34"/>
    </p:embeddedFont>
  </p:embeddedFont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939B5E8-EF71-43FF-B7B6-C3DB42F2B419}">
          <p14:sldIdLst>
            <p14:sldId id="256"/>
            <p14:sldId id="264"/>
            <p14:sldId id="268"/>
            <p14:sldId id="269"/>
            <p14:sldId id="270"/>
            <p14:sldId id="278"/>
            <p14:sldId id="279"/>
            <p14:sldId id="280"/>
            <p14:sldId id="281"/>
            <p14:sldId id="282"/>
            <p14:sldId id="272"/>
            <p14:sldId id="283"/>
            <p14:sldId id="287"/>
            <p14:sldId id="274"/>
            <p14:sldId id="284"/>
            <p14:sldId id="285"/>
            <p14:sldId id="286"/>
            <p14:sldId id="276"/>
            <p14:sldId id="277"/>
            <p14:sldId id="290"/>
            <p14:sldId id="291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>
    <p:extLst>
      <p:ext uri="{19B8F6BF-5375-455C-9EA6-DF929625EA0E}">
        <p15:presenceInfo xmlns:p15="http://schemas.microsoft.com/office/powerpoint/2012/main" userId="S-1-5-21-1982228756-150042506-1537001085-18851" providerId="AD"/>
      </p:ext>
    </p:extLst>
  </p:cmAuthor>
  <p:cmAuthor id="2" name="Martin" initials="M" lastIdx="9" clrIdx="1">
    <p:extLst>
      <p:ext uri="{19B8F6BF-5375-455C-9EA6-DF929625EA0E}">
        <p15:presenceInfo xmlns:p15="http://schemas.microsoft.com/office/powerpoint/2012/main" userId="Mart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A983"/>
    <a:srgbClr val="009BA4"/>
    <a:srgbClr val="93C356"/>
    <a:srgbClr val="BCCF02"/>
    <a:srgbClr val="28618C"/>
    <a:srgbClr val="539DC5"/>
    <a:srgbClr val="02ACA8"/>
    <a:srgbClr val="F07D00"/>
    <a:srgbClr val="E02D8A"/>
    <a:srgbClr val="00A1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4" y="2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9-11-26T11:59:31.539" idx="8">
    <p:pos x="10" y="10"/>
    <p:text>hier präziser -&gt; mehr auf die vorherige Folie (mit den Anforderungen) eingehen</p:text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9-11-21T15:30:18.313" idx="5">
    <p:pos x="10" y="10"/>
    <p:text>hier die Zusatzinformationen vorbereiten, die eventuell für Beantwortung benötigt werden</p:text>
    <p:extLst>
      <p:ext uri="{C676402C-5697-4E1C-873F-D02D1690AC5C}">
        <p15:threadingInfo xmlns:p15="http://schemas.microsoft.com/office/powerpoint/2012/main" timeZoneBias="-60"/>
      </p:ext>
    </p:extLst>
  </p:cm>
</p:cmLst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image" Target="../media/image12.jpeg"/><Relationship Id="rId6" Type="http://schemas.openxmlformats.org/officeDocument/2006/relationships/image" Target="../media/image16.jpeg"/><Relationship Id="rId5" Type="http://schemas.openxmlformats.org/officeDocument/2006/relationships/hyperlink" Target="https://travel.stackexchange.com/questions/73880/is-it-allowed-to-mount-gps-smartphone-on-windscreen-in-switzerland-if-so-how/73881" TargetMode="External"/><Relationship Id="rId4" Type="http://schemas.openxmlformats.org/officeDocument/2006/relationships/image" Target="../media/image15.jpe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hyperlink" Target="https://commons.wikimedia.org/wiki/File:Simpleicons_Interface_undo-circular-arrow.svg" TargetMode="External"/><Relationship Id="rId3" Type="http://schemas.openxmlformats.org/officeDocument/2006/relationships/image" Target="../media/image21.png"/><Relationship Id="rId7" Type="http://schemas.openxmlformats.org/officeDocument/2006/relationships/hyperlink" Target="https://svgsilh.com/de/image/155561.html" TargetMode="External"/><Relationship Id="rId12" Type="http://schemas.openxmlformats.org/officeDocument/2006/relationships/image" Target="../media/image26.png"/><Relationship Id="rId2" Type="http://schemas.openxmlformats.org/officeDocument/2006/relationships/hyperlink" Target="http://commons.wikimedia.org/wiki/File:Korean_Traffic_sign_(Left_Turn_and_Right_Turn).svg" TargetMode="External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hyperlink" Target="http://commons.wikimedia.org/wiki/File:Give-Way-sign.svg" TargetMode="External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hyperlink" Target="http://www.pngall.com/gps-png" TargetMode="External"/><Relationship Id="rId9" Type="http://schemas.openxmlformats.org/officeDocument/2006/relationships/hyperlink" Target="https://commons.wikimedia.org/wiki/File:Emojione_1F5E3.svg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image" Target="../media/image12.jpeg"/><Relationship Id="rId6" Type="http://schemas.openxmlformats.org/officeDocument/2006/relationships/image" Target="../media/image16.jpeg"/><Relationship Id="rId5" Type="http://schemas.openxmlformats.org/officeDocument/2006/relationships/hyperlink" Target="https://travel.stackexchange.com/questions/73880/is-it-allowed-to-mount-gps-smartphone-on-windscreen-in-switzerland-if-so-how/73881" TargetMode="External"/><Relationship Id="rId4" Type="http://schemas.openxmlformats.org/officeDocument/2006/relationships/image" Target="../media/image15.jpe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hyperlink" Target="https://commons.wikimedia.org/wiki/File:Simpleicons_Interface_undo-circular-arrow.svg" TargetMode="External"/><Relationship Id="rId3" Type="http://schemas.openxmlformats.org/officeDocument/2006/relationships/image" Target="../media/image21.png"/><Relationship Id="rId7" Type="http://schemas.openxmlformats.org/officeDocument/2006/relationships/hyperlink" Target="https://svgsilh.com/de/image/155561.html" TargetMode="External"/><Relationship Id="rId12" Type="http://schemas.openxmlformats.org/officeDocument/2006/relationships/image" Target="../media/image26.png"/><Relationship Id="rId2" Type="http://schemas.openxmlformats.org/officeDocument/2006/relationships/hyperlink" Target="http://commons.wikimedia.org/wiki/File:Korean_Traffic_sign_(Left_Turn_and_Right_Turn).svg" TargetMode="External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11" Type="http://schemas.openxmlformats.org/officeDocument/2006/relationships/hyperlink" Target="http://commons.wikimedia.org/wiki/File:Give-Way-sign.svg" TargetMode="External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hyperlink" Target="http://www.pngall.com/gps-png" TargetMode="External"/><Relationship Id="rId9" Type="http://schemas.openxmlformats.org/officeDocument/2006/relationships/hyperlink" Target="https://commons.wikimedia.org/wiki/File:Emojione_1F5E3.sv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9831EF-0408-40DB-8682-15E015704B4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F07074D-9BA1-4B05-8167-15C0931F38AC}">
      <dgm:prSet/>
      <dgm:spPr/>
      <dgm:t>
        <a:bodyPr/>
        <a:lstStyle/>
        <a:p>
          <a:r>
            <a:rPr lang="de-DE" dirty="0"/>
            <a:t>Interaktion mit gesprochener Sprache</a:t>
          </a:r>
        </a:p>
      </dgm:t>
    </dgm:pt>
    <dgm:pt modelId="{12A0CC66-182A-49B5-9D5D-4B928FD6CD94}" type="parTrans" cxnId="{A89663E9-2426-4FBD-A1C1-50F72CA2AF71}">
      <dgm:prSet/>
      <dgm:spPr/>
      <dgm:t>
        <a:bodyPr/>
        <a:lstStyle/>
        <a:p>
          <a:endParaRPr lang="de-DE"/>
        </a:p>
      </dgm:t>
    </dgm:pt>
    <dgm:pt modelId="{74F700E2-9A56-420D-9680-DA6C9E828CFE}" type="sibTrans" cxnId="{A89663E9-2426-4FBD-A1C1-50F72CA2AF71}">
      <dgm:prSet/>
      <dgm:spPr/>
      <dgm:t>
        <a:bodyPr/>
        <a:lstStyle/>
        <a:p>
          <a:endParaRPr lang="de-DE"/>
        </a:p>
      </dgm:t>
    </dgm:pt>
    <dgm:pt modelId="{9C668A5C-C6F6-477C-926F-513FDD19D807}">
      <dgm:prSet/>
      <dgm:spPr/>
      <dgm:t>
        <a:bodyPr/>
        <a:lstStyle/>
        <a:p>
          <a:r>
            <a:rPr lang="de-DE" dirty="0"/>
            <a:t>geringes Vorwissen</a:t>
          </a:r>
        </a:p>
      </dgm:t>
    </dgm:pt>
    <dgm:pt modelId="{5B182028-F232-4BF4-9F2B-AEA1AC3B5E1C}" type="parTrans" cxnId="{0B67908D-154E-49A5-B5E8-C61E8AFF2A5D}">
      <dgm:prSet/>
      <dgm:spPr/>
      <dgm:t>
        <a:bodyPr/>
        <a:lstStyle/>
        <a:p>
          <a:endParaRPr lang="de-DE"/>
        </a:p>
      </dgm:t>
    </dgm:pt>
    <dgm:pt modelId="{F2EC1E30-E030-4FD2-8D4F-C462211874BF}" type="sibTrans" cxnId="{0B67908D-154E-49A5-B5E8-C61E8AFF2A5D}">
      <dgm:prSet/>
      <dgm:spPr/>
      <dgm:t>
        <a:bodyPr/>
        <a:lstStyle/>
        <a:p>
          <a:endParaRPr lang="de-DE"/>
        </a:p>
      </dgm:t>
    </dgm:pt>
    <dgm:pt modelId="{3445A5B9-0C7C-4AF3-9F3D-6B2CEE6041E4}">
      <dgm:prSet/>
      <dgm:spPr/>
      <dgm:t>
        <a:bodyPr/>
        <a:lstStyle/>
        <a:p>
          <a:r>
            <a:rPr lang="de-DE" dirty="0"/>
            <a:t>Nutzung auch mit motorischen Einschränkungen</a:t>
          </a:r>
        </a:p>
      </dgm:t>
    </dgm:pt>
    <dgm:pt modelId="{6DD53C3F-C5CA-4A1C-801F-0EF62E5D55FD}" type="parTrans" cxnId="{FECEF38A-690E-4FF3-B5D7-D7E4879B13D0}">
      <dgm:prSet/>
      <dgm:spPr/>
      <dgm:t>
        <a:bodyPr/>
        <a:lstStyle/>
        <a:p>
          <a:endParaRPr lang="de-DE"/>
        </a:p>
      </dgm:t>
    </dgm:pt>
    <dgm:pt modelId="{2734365B-250D-42AB-A773-DDDA6896ED71}" type="sibTrans" cxnId="{FECEF38A-690E-4FF3-B5D7-D7E4879B13D0}">
      <dgm:prSet/>
      <dgm:spPr/>
      <dgm:t>
        <a:bodyPr/>
        <a:lstStyle/>
        <a:p>
          <a:endParaRPr lang="de-DE"/>
        </a:p>
      </dgm:t>
    </dgm:pt>
    <dgm:pt modelId="{0B95CDD2-A358-45D9-B4FD-3206D5977520}">
      <dgm:prSet/>
      <dgm:spPr/>
      <dgm:t>
        <a:bodyPr/>
        <a:lstStyle/>
        <a:p>
          <a:r>
            <a:rPr lang="de-DE" dirty="0"/>
            <a:t>universelles Konzept</a:t>
          </a:r>
        </a:p>
      </dgm:t>
    </dgm:pt>
    <dgm:pt modelId="{C4D5344F-74D3-49F5-9892-110901B7AB8C}" type="parTrans" cxnId="{F2177D5D-67E3-4BFB-BA79-D28610737E77}">
      <dgm:prSet/>
      <dgm:spPr/>
      <dgm:t>
        <a:bodyPr/>
        <a:lstStyle/>
        <a:p>
          <a:endParaRPr lang="de-DE"/>
        </a:p>
      </dgm:t>
    </dgm:pt>
    <dgm:pt modelId="{572F1861-7C5C-4D1F-A965-8CC88A72EB2E}" type="sibTrans" cxnId="{F2177D5D-67E3-4BFB-BA79-D28610737E77}">
      <dgm:prSet/>
      <dgm:spPr/>
      <dgm:t>
        <a:bodyPr/>
        <a:lstStyle/>
        <a:p>
          <a:endParaRPr lang="de-DE"/>
        </a:p>
      </dgm:t>
    </dgm:pt>
    <dgm:pt modelId="{A70894FE-986B-4374-8549-1F462FA89A8C}">
      <dgm:prSet/>
      <dgm:spPr/>
      <dgm:t>
        <a:bodyPr/>
        <a:lstStyle/>
        <a:p>
          <a:r>
            <a:rPr lang="de-DE" dirty="0"/>
            <a:t>Schutz der Privatsphäre</a:t>
          </a:r>
        </a:p>
      </dgm:t>
    </dgm:pt>
    <dgm:pt modelId="{E07D0279-FDFB-4CD9-AFA5-848E2C719442}" type="parTrans" cxnId="{EFAC0388-9DC1-4E79-BD9F-C2A77DEE6F52}">
      <dgm:prSet/>
      <dgm:spPr/>
      <dgm:t>
        <a:bodyPr/>
        <a:lstStyle/>
        <a:p>
          <a:endParaRPr lang="de-DE"/>
        </a:p>
      </dgm:t>
    </dgm:pt>
    <dgm:pt modelId="{AB9A56C8-7C50-44E4-9C5F-5FD2A2FE8F31}" type="sibTrans" cxnId="{EFAC0388-9DC1-4E79-BD9F-C2A77DEE6F52}">
      <dgm:prSet/>
      <dgm:spPr/>
      <dgm:t>
        <a:bodyPr/>
        <a:lstStyle/>
        <a:p>
          <a:endParaRPr lang="de-DE"/>
        </a:p>
      </dgm:t>
    </dgm:pt>
    <dgm:pt modelId="{BEB35BA5-8F58-4BE7-87D4-B4C01948BE5D}">
      <dgm:prSet/>
      <dgm:spPr/>
      <dgm:t>
        <a:bodyPr/>
        <a:lstStyle/>
        <a:p>
          <a:r>
            <a:rPr lang="de-DE" dirty="0"/>
            <a:t>Test mit Prototyp</a:t>
          </a:r>
        </a:p>
      </dgm:t>
    </dgm:pt>
    <dgm:pt modelId="{BC43EFAC-EBD2-4305-B925-AAED82F9569E}" type="parTrans" cxnId="{427549CB-09F0-444A-9C6C-9EFDF845017C}">
      <dgm:prSet/>
      <dgm:spPr/>
      <dgm:t>
        <a:bodyPr/>
        <a:lstStyle/>
        <a:p>
          <a:endParaRPr lang="de-DE"/>
        </a:p>
      </dgm:t>
    </dgm:pt>
    <dgm:pt modelId="{5290B6BF-6898-47C7-9627-3C7D9CBE94F9}" type="sibTrans" cxnId="{427549CB-09F0-444A-9C6C-9EFDF845017C}">
      <dgm:prSet/>
      <dgm:spPr/>
      <dgm:t>
        <a:bodyPr/>
        <a:lstStyle/>
        <a:p>
          <a:endParaRPr lang="de-DE"/>
        </a:p>
      </dgm:t>
    </dgm:pt>
    <dgm:pt modelId="{459414A0-2D9B-41E0-B7B5-59A4ABF3E6B1}" type="pres">
      <dgm:prSet presAssocID="{899831EF-0408-40DB-8682-15E015704B4D}" presName="diagram" presStyleCnt="0">
        <dgm:presLayoutVars>
          <dgm:dir/>
          <dgm:resizeHandles val="exact"/>
        </dgm:presLayoutVars>
      </dgm:prSet>
      <dgm:spPr/>
    </dgm:pt>
    <dgm:pt modelId="{484B794D-5A84-4515-A456-6F596DBB0A47}" type="pres">
      <dgm:prSet presAssocID="{DF07074D-9BA1-4B05-8167-15C0931F38AC}" presName="node" presStyleLbl="node1" presStyleIdx="0" presStyleCnt="6">
        <dgm:presLayoutVars>
          <dgm:bulletEnabled val="1"/>
        </dgm:presLayoutVars>
      </dgm:prSet>
      <dgm:spPr/>
    </dgm:pt>
    <dgm:pt modelId="{0702084A-3791-4A3C-9A4C-7112D5FDEC3E}" type="pres">
      <dgm:prSet presAssocID="{74F700E2-9A56-420D-9680-DA6C9E828CFE}" presName="sibTrans" presStyleCnt="0"/>
      <dgm:spPr/>
    </dgm:pt>
    <dgm:pt modelId="{12222C90-4DF2-4BFE-B0A2-C7F4F34F733D}" type="pres">
      <dgm:prSet presAssocID="{9C668A5C-C6F6-477C-926F-513FDD19D807}" presName="node" presStyleLbl="node1" presStyleIdx="1" presStyleCnt="6">
        <dgm:presLayoutVars>
          <dgm:bulletEnabled val="1"/>
        </dgm:presLayoutVars>
      </dgm:prSet>
      <dgm:spPr/>
    </dgm:pt>
    <dgm:pt modelId="{A194D021-97B5-4FE7-A1CF-0A0BA3E887AA}" type="pres">
      <dgm:prSet presAssocID="{F2EC1E30-E030-4FD2-8D4F-C462211874BF}" presName="sibTrans" presStyleCnt="0"/>
      <dgm:spPr/>
    </dgm:pt>
    <dgm:pt modelId="{2BEFD4F9-CCC6-4D26-8E6B-B19BB0E3D1E3}" type="pres">
      <dgm:prSet presAssocID="{3445A5B9-0C7C-4AF3-9F3D-6B2CEE6041E4}" presName="node" presStyleLbl="node1" presStyleIdx="2" presStyleCnt="6">
        <dgm:presLayoutVars>
          <dgm:bulletEnabled val="1"/>
        </dgm:presLayoutVars>
      </dgm:prSet>
      <dgm:spPr/>
    </dgm:pt>
    <dgm:pt modelId="{F8BCDA27-B337-427C-BFF5-BC9E2040234B}" type="pres">
      <dgm:prSet presAssocID="{2734365B-250D-42AB-A773-DDDA6896ED71}" presName="sibTrans" presStyleCnt="0"/>
      <dgm:spPr/>
    </dgm:pt>
    <dgm:pt modelId="{091D0F77-6323-440E-BC67-8910A814E213}" type="pres">
      <dgm:prSet presAssocID="{0B95CDD2-A358-45D9-B4FD-3206D5977520}" presName="node" presStyleLbl="node1" presStyleIdx="3" presStyleCnt="6">
        <dgm:presLayoutVars>
          <dgm:bulletEnabled val="1"/>
        </dgm:presLayoutVars>
      </dgm:prSet>
      <dgm:spPr/>
    </dgm:pt>
    <dgm:pt modelId="{160FF024-A4E9-476B-9184-F5F9573A356E}" type="pres">
      <dgm:prSet presAssocID="{572F1861-7C5C-4D1F-A965-8CC88A72EB2E}" presName="sibTrans" presStyleCnt="0"/>
      <dgm:spPr/>
    </dgm:pt>
    <dgm:pt modelId="{533E62F0-F12F-46E1-87E0-8F4BCDF5C993}" type="pres">
      <dgm:prSet presAssocID="{A70894FE-986B-4374-8549-1F462FA89A8C}" presName="node" presStyleLbl="node1" presStyleIdx="4" presStyleCnt="6">
        <dgm:presLayoutVars>
          <dgm:bulletEnabled val="1"/>
        </dgm:presLayoutVars>
      </dgm:prSet>
      <dgm:spPr/>
    </dgm:pt>
    <dgm:pt modelId="{4C19DFFC-F601-4CD8-A2C3-CAEEB5A70D67}" type="pres">
      <dgm:prSet presAssocID="{AB9A56C8-7C50-44E4-9C5F-5FD2A2FE8F31}" presName="sibTrans" presStyleCnt="0"/>
      <dgm:spPr/>
    </dgm:pt>
    <dgm:pt modelId="{87CB8EDA-F789-4575-B64B-40D993F1C78C}" type="pres">
      <dgm:prSet presAssocID="{BEB35BA5-8F58-4BE7-87D4-B4C01948BE5D}" presName="node" presStyleLbl="node1" presStyleIdx="5" presStyleCnt="6">
        <dgm:presLayoutVars>
          <dgm:bulletEnabled val="1"/>
        </dgm:presLayoutVars>
      </dgm:prSet>
      <dgm:spPr/>
    </dgm:pt>
  </dgm:ptLst>
  <dgm:cxnLst>
    <dgm:cxn modelId="{F397913B-CCD8-499A-9E2A-9AA5D1074D29}" type="presOf" srcId="{9C668A5C-C6F6-477C-926F-513FDD19D807}" destId="{12222C90-4DF2-4BFE-B0A2-C7F4F34F733D}" srcOrd="0" destOrd="0" presId="urn:microsoft.com/office/officeart/2005/8/layout/default"/>
    <dgm:cxn modelId="{F2177D5D-67E3-4BFB-BA79-D28610737E77}" srcId="{899831EF-0408-40DB-8682-15E015704B4D}" destId="{0B95CDD2-A358-45D9-B4FD-3206D5977520}" srcOrd="3" destOrd="0" parTransId="{C4D5344F-74D3-49F5-9892-110901B7AB8C}" sibTransId="{572F1861-7C5C-4D1F-A965-8CC88A72EB2E}"/>
    <dgm:cxn modelId="{37E78F45-BBDD-4888-A656-FD58406157DE}" type="presOf" srcId="{3445A5B9-0C7C-4AF3-9F3D-6B2CEE6041E4}" destId="{2BEFD4F9-CCC6-4D26-8E6B-B19BB0E3D1E3}" srcOrd="0" destOrd="0" presId="urn:microsoft.com/office/officeart/2005/8/layout/default"/>
    <dgm:cxn modelId="{15EE7984-253B-4475-BC19-1B50C1A160FF}" type="presOf" srcId="{DF07074D-9BA1-4B05-8167-15C0931F38AC}" destId="{484B794D-5A84-4515-A456-6F596DBB0A47}" srcOrd="0" destOrd="0" presId="urn:microsoft.com/office/officeart/2005/8/layout/default"/>
    <dgm:cxn modelId="{1868B587-8FFB-470A-B7BF-E26466FBF34A}" type="presOf" srcId="{899831EF-0408-40DB-8682-15E015704B4D}" destId="{459414A0-2D9B-41E0-B7B5-59A4ABF3E6B1}" srcOrd="0" destOrd="0" presId="urn:microsoft.com/office/officeart/2005/8/layout/default"/>
    <dgm:cxn modelId="{EFAC0388-9DC1-4E79-BD9F-C2A77DEE6F52}" srcId="{899831EF-0408-40DB-8682-15E015704B4D}" destId="{A70894FE-986B-4374-8549-1F462FA89A8C}" srcOrd="4" destOrd="0" parTransId="{E07D0279-FDFB-4CD9-AFA5-848E2C719442}" sibTransId="{AB9A56C8-7C50-44E4-9C5F-5FD2A2FE8F31}"/>
    <dgm:cxn modelId="{FECEF38A-690E-4FF3-B5D7-D7E4879B13D0}" srcId="{899831EF-0408-40DB-8682-15E015704B4D}" destId="{3445A5B9-0C7C-4AF3-9F3D-6B2CEE6041E4}" srcOrd="2" destOrd="0" parTransId="{6DD53C3F-C5CA-4A1C-801F-0EF62E5D55FD}" sibTransId="{2734365B-250D-42AB-A773-DDDA6896ED71}"/>
    <dgm:cxn modelId="{0B67908D-154E-49A5-B5E8-C61E8AFF2A5D}" srcId="{899831EF-0408-40DB-8682-15E015704B4D}" destId="{9C668A5C-C6F6-477C-926F-513FDD19D807}" srcOrd="1" destOrd="0" parTransId="{5B182028-F232-4BF4-9F2B-AEA1AC3B5E1C}" sibTransId="{F2EC1E30-E030-4FD2-8D4F-C462211874BF}"/>
    <dgm:cxn modelId="{BE8B1EA0-27FB-44AC-AABD-888E2F77725C}" type="presOf" srcId="{BEB35BA5-8F58-4BE7-87D4-B4C01948BE5D}" destId="{87CB8EDA-F789-4575-B64B-40D993F1C78C}" srcOrd="0" destOrd="0" presId="urn:microsoft.com/office/officeart/2005/8/layout/default"/>
    <dgm:cxn modelId="{6C16B8A2-B113-4770-AF17-EC18157505A9}" type="presOf" srcId="{A70894FE-986B-4374-8549-1F462FA89A8C}" destId="{533E62F0-F12F-46E1-87E0-8F4BCDF5C993}" srcOrd="0" destOrd="0" presId="urn:microsoft.com/office/officeart/2005/8/layout/default"/>
    <dgm:cxn modelId="{D12B6EAA-C344-46F5-A63E-E3CF9AC71322}" type="presOf" srcId="{0B95CDD2-A358-45D9-B4FD-3206D5977520}" destId="{091D0F77-6323-440E-BC67-8910A814E213}" srcOrd="0" destOrd="0" presId="urn:microsoft.com/office/officeart/2005/8/layout/default"/>
    <dgm:cxn modelId="{427549CB-09F0-444A-9C6C-9EFDF845017C}" srcId="{899831EF-0408-40DB-8682-15E015704B4D}" destId="{BEB35BA5-8F58-4BE7-87D4-B4C01948BE5D}" srcOrd="5" destOrd="0" parTransId="{BC43EFAC-EBD2-4305-B925-AAED82F9569E}" sibTransId="{5290B6BF-6898-47C7-9627-3C7D9CBE94F9}"/>
    <dgm:cxn modelId="{A89663E9-2426-4FBD-A1C1-50F72CA2AF71}" srcId="{899831EF-0408-40DB-8682-15E015704B4D}" destId="{DF07074D-9BA1-4B05-8167-15C0931F38AC}" srcOrd="0" destOrd="0" parTransId="{12A0CC66-182A-49B5-9D5D-4B928FD6CD94}" sibTransId="{74F700E2-9A56-420D-9680-DA6C9E828CFE}"/>
    <dgm:cxn modelId="{04C2F107-0FE9-4757-A5FF-F1D375FF94DF}" type="presParOf" srcId="{459414A0-2D9B-41E0-B7B5-59A4ABF3E6B1}" destId="{484B794D-5A84-4515-A456-6F596DBB0A47}" srcOrd="0" destOrd="0" presId="urn:microsoft.com/office/officeart/2005/8/layout/default"/>
    <dgm:cxn modelId="{783933D1-9034-4846-BC86-80AD1434F630}" type="presParOf" srcId="{459414A0-2D9B-41E0-B7B5-59A4ABF3E6B1}" destId="{0702084A-3791-4A3C-9A4C-7112D5FDEC3E}" srcOrd="1" destOrd="0" presId="urn:microsoft.com/office/officeart/2005/8/layout/default"/>
    <dgm:cxn modelId="{B1ACF8EA-77A0-4CFE-A632-3D75EDFC4CBC}" type="presParOf" srcId="{459414A0-2D9B-41E0-B7B5-59A4ABF3E6B1}" destId="{12222C90-4DF2-4BFE-B0A2-C7F4F34F733D}" srcOrd="2" destOrd="0" presId="urn:microsoft.com/office/officeart/2005/8/layout/default"/>
    <dgm:cxn modelId="{AAE08148-B37F-4EC8-85B6-5AC8880033E5}" type="presParOf" srcId="{459414A0-2D9B-41E0-B7B5-59A4ABF3E6B1}" destId="{A194D021-97B5-4FE7-A1CF-0A0BA3E887AA}" srcOrd="3" destOrd="0" presId="urn:microsoft.com/office/officeart/2005/8/layout/default"/>
    <dgm:cxn modelId="{371BE076-4E55-4F51-91C8-7D6FE4409277}" type="presParOf" srcId="{459414A0-2D9B-41E0-B7B5-59A4ABF3E6B1}" destId="{2BEFD4F9-CCC6-4D26-8E6B-B19BB0E3D1E3}" srcOrd="4" destOrd="0" presId="urn:microsoft.com/office/officeart/2005/8/layout/default"/>
    <dgm:cxn modelId="{B0DADC2C-B3CB-4C24-8EF8-7D93B46CC049}" type="presParOf" srcId="{459414A0-2D9B-41E0-B7B5-59A4ABF3E6B1}" destId="{F8BCDA27-B337-427C-BFF5-BC9E2040234B}" srcOrd="5" destOrd="0" presId="urn:microsoft.com/office/officeart/2005/8/layout/default"/>
    <dgm:cxn modelId="{EB56293A-035E-48BD-A7D8-BBFD2F909FC2}" type="presParOf" srcId="{459414A0-2D9B-41E0-B7B5-59A4ABF3E6B1}" destId="{091D0F77-6323-440E-BC67-8910A814E213}" srcOrd="6" destOrd="0" presId="urn:microsoft.com/office/officeart/2005/8/layout/default"/>
    <dgm:cxn modelId="{039B5E2E-A6A4-4137-8121-BA0220912784}" type="presParOf" srcId="{459414A0-2D9B-41E0-B7B5-59A4ABF3E6B1}" destId="{160FF024-A4E9-476B-9184-F5F9573A356E}" srcOrd="7" destOrd="0" presId="urn:microsoft.com/office/officeart/2005/8/layout/default"/>
    <dgm:cxn modelId="{A2F5D41E-7E08-4D64-AFA9-E17B5EE8DEF7}" type="presParOf" srcId="{459414A0-2D9B-41E0-B7B5-59A4ABF3E6B1}" destId="{533E62F0-F12F-46E1-87E0-8F4BCDF5C993}" srcOrd="8" destOrd="0" presId="urn:microsoft.com/office/officeart/2005/8/layout/default"/>
    <dgm:cxn modelId="{206AD970-D06C-433D-B91F-BE809ABB7F60}" type="presParOf" srcId="{459414A0-2D9B-41E0-B7B5-59A4ABF3E6B1}" destId="{4C19DFFC-F601-4CD8-A2C3-CAEEB5A70D67}" srcOrd="9" destOrd="0" presId="urn:microsoft.com/office/officeart/2005/8/layout/default"/>
    <dgm:cxn modelId="{153D20AE-BA50-40D1-AF4C-7AB749AA5394}" type="presParOf" srcId="{459414A0-2D9B-41E0-B7B5-59A4ABF3E6B1}" destId="{87CB8EDA-F789-4575-B64B-40D993F1C78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1EE41A-8060-4D89-83FA-76A30B09925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B35E844-6E62-46C5-929A-7AE7B50EDAA6}">
      <dgm:prSet/>
      <dgm:spPr/>
      <dgm:t>
        <a:bodyPr/>
        <a:lstStyle/>
        <a:p>
          <a:r>
            <a:rPr lang="de-DE" dirty="0"/>
            <a:t>§ 3 </a:t>
          </a:r>
        </a:p>
        <a:p>
          <a:r>
            <a:rPr lang="de-DE" dirty="0"/>
            <a:t>„Räumlicher Anwendungsbereich“</a:t>
          </a:r>
        </a:p>
      </dgm:t>
    </dgm:pt>
    <dgm:pt modelId="{46C81A67-33AA-4C3A-B744-843B7F7C1CC1}" type="parTrans" cxnId="{5928F79D-AEF9-472B-9B9E-825B8D550F80}">
      <dgm:prSet/>
      <dgm:spPr/>
      <dgm:t>
        <a:bodyPr/>
        <a:lstStyle/>
        <a:p>
          <a:endParaRPr lang="de-DE"/>
        </a:p>
      </dgm:t>
    </dgm:pt>
    <dgm:pt modelId="{FD0BDDFF-5655-495E-AC26-514163E81798}" type="sibTrans" cxnId="{5928F79D-AEF9-472B-9B9E-825B8D550F80}">
      <dgm:prSet/>
      <dgm:spPr/>
      <dgm:t>
        <a:bodyPr/>
        <a:lstStyle/>
        <a:p>
          <a:endParaRPr lang="de-DE"/>
        </a:p>
      </dgm:t>
    </dgm:pt>
    <dgm:pt modelId="{BCD3CBD7-8498-449F-8B50-8F59B3A61FD6}">
      <dgm:prSet/>
      <dgm:spPr/>
      <dgm:t>
        <a:bodyPr/>
        <a:lstStyle/>
        <a:p>
          <a:r>
            <a:rPr lang="de-DE" dirty="0"/>
            <a:t>§ 5</a:t>
          </a:r>
        </a:p>
        <a:p>
          <a:r>
            <a:rPr lang="de-DE" dirty="0"/>
            <a:t> „Grundsätze für die die Verarbeitung personenbezogener Daten“</a:t>
          </a:r>
        </a:p>
      </dgm:t>
    </dgm:pt>
    <dgm:pt modelId="{A5ADB686-659C-4569-8A2B-10843E51CBFD}" type="parTrans" cxnId="{09FFA331-903D-4991-A808-95DC90955BDA}">
      <dgm:prSet/>
      <dgm:spPr/>
      <dgm:t>
        <a:bodyPr/>
        <a:lstStyle/>
        <a:p>
          <a:endParaRPr lang="de-DE"/>
        </a:p>
      </dgm:t>
    </dgm:pt>
    <dgm:pt modelId="{1F69758D-18CF-4064-B1C2-06D60F7BB429}" type="sibTrans" cxnId="{09FFA331-903D-4991-A808-95DC90955BDA}">
      <dgm:prSet/>
      <dgm:spPr/>
      <dgm:t>
        <a:bodyPr/>
        <a:lstStyle/>
        <a:p>
          <a:endParaRPr lang="de-DE"/>
        </a:p>
      </dgm:t>
    </dgm:pt>
    <dgm:pt modelId="{3E10A241-0624-4EAC-B070-C3BE345CFA09}">
      <dgm:prSet/>
      <dgm:spPr/>
      <dgm:t>
        <a:bodyPr/>
        <a:lstStyle/>
        <a:p>
          <a:r>
            <a:rPr lang="de-DE" dirty="0"/>
            <a:t>§ 17</a:t>
          </a:r>
        </a:p>
        <a:p>
          <a:r>
            <a:rPr lang="de-DE" dirty="0"/>
            <a:t> „Recht auf Löschung“</a:t>
          </a:r>
        </a:p>
      </dgm:t>
    </dgm:pt>
    <dgm:pt modelId="{5DDF89DC-19F6-4DC4-9C6E-75A7F7A1DA4B}" type="parTrans" cxnId="{0263DF9D-3817-4488-B6B1-51618C622ABA}">
      <dgm:prSet/>
      <dgm:spPr/>
      <dgm:t>
        <a:bodyPr/>
        <a:lstStyle/>
        <a:p>
          <a:endParaRPr lang="de-DE"/>
        </a:p>
      </dgm:t>
    </dgm:pt>
    <dgm:pt modelId="{14488086-E4EB-4ABD-8870-A4D6FE4762FE}" type="sibTrans" cxnId="{0263DF9D-3817-4488-B6B1-51618C622ABA}">
      <dgm:prSet/>
      <dgm:spPr/>
      <dgm:t>
        <a:bodyPr/>
        <a:lstStyle/>
        <a:p>
          <a:endParaRPr lang="de-DE"/>
        </a:p>
      </dgm:t>
    </dgm:pt>
    <dgm:pt modelId="{600F46DD-7A9D-4F94-B852-5CE2B81242F7}">
      <dgm:prSet/>
      <dgm:spPr/>
      <dgm:t>
        <a:bodyPr/>
        <a:lstStyle/>
        <a:p>
          <a:r>
            <a:rPr lang="de-DE" dirty="0"/>
            <a:t>§ 25</a:t>
          </a:r>
        </a:p>
        <a:p>
          <a:r>
            <a:rPr lang="de-DE" dirty="0"/>
            <a:t> „Datenschutz durch Technikgestaltung und durch datenschutzfreundliche Voreinstellungen“</a:t>
          </a:r>
        </a:p>
      </dgm:t>
    </dgm:pt>
    <dgm:pt modelId="{41DB5A9E-3D11-4788-AEA1-133C75DAF38A}" type="parTrans" cxnId="{C4A64730-099F-464D-A9AD-2D5856FD104D}">
      <dgm:prSet/>
      <dgm:spPr/>
      <dgm:t>
        <a:bodyPr/>
        <a:lstStyle/>
        <a:p>
          <a:endParaRPr lang="de-DE"/>
        </a:p>
      </dgm:t>
    </dgm:pt>
    <dgm:pt modelId="{50832792-5B1F-43FF-8C4B-7714153A1392}" type="sibTrans" cxnId="{C4A64730-099F-464D-A9AD-2D5856FD104D}">
      <dgm:prSet/>
      <dgm:spPr/>
      <dgm:t>
        <a:bodyPr/>
        <a:lstStyle/>
        <a:p>
          <a:endParaRPr lang="de-DE"/>
        </a:p>
      </dgm:t>
    </dgm:pt>
    <dgm:pt modelId="{726F02F4-9F8D-4775-9C81-224515A7803E}" type="pres">
      <dgm:prSet presAssocID="{0F1EE41A-8060-4D89-83FA-76A30B099253}" presName="diagram" presStyleCnt="0">
        <dgm:presLayoutVars>
          <dgm:dir/>
          <dgm:resizeHandles val="exact"/>
        </dgm:presLayoutVars>
      </dgm:prSet>
      <dgm:spPr/>
    </dgm:pt>
    <dgm:pt modelId="{5F2250E0-8781-481D-872F-6323B6C30192}" type="pres">
      <dgm:prSet presAssocID="{3B35E844-6E62-46C5-929A-7AE7B50EDAA6}" presName="node" presStyleLbl="node1" presStyleIdx="0" presStyleCnt="4">
        <dgm:presLayoutVars>
          <dgm:bulletEnabled val="1"/>
        </dgm:presLayoutVars>
      </dgm:prSet>
      <dgm:spPr/>
    </dgm:pt>
    <dgm:pt modelId="{8CEAC6B9-3640-4B1F-BC2D-FB5EFE2A8C2A}" type="pres">
      <dgm:prSet presAssocID="{FD0BDDFF-5655-495E-AC26-514163E81798}" presName="sibTrans" presStyleCnt="0"/>
      <dgm:spPr/>
    </dgm:pt>
    <dgm:pt modelId="{4D4E8C40-59B0-43AB-AF84-E09B0A97989B}" type="pres">
      <dgm:prSet presAssocID="{BCD3CBD7-8498-449F-8B50-8F59B3A61FD6}" presName="node" presStyleLbl="node1" presStyleIdx="1" presStyleCnt="4">
        <dgm:presLayoutVars>
          <dgm:bulletEnabled val="1"/>
        </dgm:presLayoutVars>
      </dgm:prSet>
      <dgm:spPr/>
    </dgm:pt>
    <dgm:pt modelId="{7C7E83C9-7603-464C-9984-362522554365}" type="pres">
      <dgm:prSet presAssocID="{1F69758D-18CF-4064-B1C2-06D60F7BB429}" presName="sibTrans" presStyleCnt="0"/>
      <dgm:spPr/>
    </dgm:pt>
    <dgm:pt modelId="{98F0F990-6069-4005-A022-52F5C3322428}" type="pres">
      <dgm:prSet presAssocID="{3E10A241-0624-4EAC-B070-C3BE345CFA09}" presName="node" presStyleLbl="node1" presStyleIdx="2" presStyleCnt="4">
        <dgm:presLayoutVars>
          <dgm:bulletEnabled val="1"/>
        </dgm:presLayoutVars>
      </dgm:prSet>
      <dgm:spPr/>
    </dgm:pt>
    <dgm:pt modelId="{B9F63AAB-2132-4804-85AD-DCDD9B20B1C0}" type="pres">
      <dgm:prSet presAssocID="{14488086-E4EB-4ABD-8870-A4D6FE4762FE}" presName="sibTrans" presStyleCnt="0"/>
      <dgm:spPr/>
    </dgm:pt>
    <dgm:pt modelId="{6BADA56D-72BA-43AD-B597-CE1E5C02E238}" type="pres">
      <dgm:prSet presAssocID="{600F46DD-7A9D-4F94-B852-5CE2B81242F7}" presName="node" presStyleLbl="node1" presStyleIdx="3" presStyleCnt="4" custScaleX="168761">
        <dgm:presLayoutVars>
          <dgm:bulletEnabled val="1"/>
        </dgm:presLayoutVars>
      </dgm:prSet>
      <dgm:spPr/>
    </dgm:pt>
  </dgm:ptLst>
  <dgm:cxnLst>
    <dgm:cxn modelId="{C4A64730-099F-464D-A9AD-2D5856FD104D}" srcId="{0F1EE41A-8060-4D89-83FA-76A30B099253}" destId="{600F46DD-7A9D-4F94-B852-5CE2B81242F7}" srcOrd="3" destOrd="0" parTransId="{41DB5A9E-3D11-4788-AEA1-133C75DAF38A}" sibTransId="{50832792-5B1F-43FF-8C4B-7714153A1392}"/>
    <dgm:cxn modelId="{09FFA331-903D-4991-A808-95DC90955BDA}" srcId="{0F1EE41A-8060-4D89-83FA-76A30B099253}" destId="{BCD3CBD7-8498-449F-8B50-8F59B3A61FD6}" srcOrd="1" destOrd="0" parTransId="{A5ADB686-659C-4569-8A2B-10843E51CBFD}" sibTransId="{1F69758D-18CF-4064-B1C2-06D60F7BB429}"/>
    <dgm:cxn modelId="{C0025335-A357-417A-AFA3-ECA17F8BA3BF}" type="presOf" srcId="{0F1EE41A-8060-4D89-83FA-76A30B099253}" destId="{726F02F4-9F8D-4775-9C81-224515A7803E}" srcOrd="0" destOrd="0" presId="urn:microsoft.com/office/officeart/2005/8/layout/default"/>
    <dgm:cxn modelId="{BE689542-76FF-4CF9-98BA-C58A5EFF8B05}" type="presOf" srcId="{3B35E844-6E62-46C5-929A-7AE7B50EDAA6}" destId="{5F2250E0-8781-481D-872F-6323B6C30192}" srcOrd="0" destOrd="0" presId="urn:microsoft.com/office/officeart/2005/8/layout/default"/>
    <dgm:cxn modelId="{0263DF9D-3817-4488-B6B1-51618C622ABA}" srcId="{0F1EE41A-8060-4D89-83FA-76A30B099253}" destId="{3E10A241-0624-4EAC-B070-C3BE345CFA09}" srcOrd="2" destOrd="0" parTransId="{5DDF89DC-19F6-4DC4-9C6E-75A7F7A1DA4B}" sibTransId="{14488086-E4EB-4ABD-8870-A4D6FE4762FE}"/>
    <dgm:cxn modelId="{5928F79D-AEF9-472B-9B9E-825B8D550F80}" srcId="{0F1EE41A-8060-4D89-83FA-76A30B099253}" destId="{3B35E844-6E62-46C5-929A-7AE7B50EDAA6}" srcOrd="0" destOrd="0" parTransId="{46C81A67-33AA-4C3A-B744-843B7F7C1CC1}" sibTransId="{FD0BDDFF-5655-495E-AC26-514163E81798}"/>
    <dgm:cxn modelId="{4E199FA2-863E-48A5-865D-C500084D186A}" type="presOf" srcId="{BCD3CBD7-8498-449F-8B50-8F59B3A61FD6}" destId="{4D4E8C40-59B0-43AB-AF84-E09B0A97989B}" srcOrd="0" destOrd="0" presId="urn:microsoft.com/office/officeart/2005/8/layout/default"/>
    <dgm:cxn modelId="{87061FD3-ECD6-40F4-8AD4-F2CF1B9F34C9}" type="presOf" srcId="{600F46DD-7A9D-4F94-B852-5CE2B81242F7}" destId="{6BADA56D-72BA-43AD-B597-CE1E5C02E238}" srcOrd="0" destOrd="0" presId="urn:microsoft.com/office/officeart/2005/8/layout/default"/>
    <dgm:cxn modelId="{37DD6CE7-0634-4FC0-B3CA-8D0B1C9F3034}" type="presOf" srcId="{3E10A241-0624-4EAC-B070-C3BE345CFA09}" destId="{98F0F990-6069-4005-A022-52F5C3322428}" srcOrd="0" destOrd="0" presId="urn:microsoft.com/office/officeart/2005/8/layout/default"/>
    <dgm:cxn modelId="{C65816BD-4A2A-4290-9B22-749B9C0484B5}" type="presParOf" srcId="{726F02F4-9F8D-4775-9C81-224515A7803E}" destId="{5F2250E0-8781-481D-872F-6323B6C30192}" srcOrd="0" destOrd="0" presId="urn:microsoft.com/office/officeart/2005/8/layout/default"/>
    <dgm:cxn modelId="{45BE6804-522A-4669-92B2-6D8B7017F97B}" type="presParOf" srcId="{726F02F4-9F8D-4775-9C81-224515A7803E}" destId="{8CEAC6B9-3640-4B1F-BC2D-FB5EFE2A8C2A}" srcOrd="1" destOrd="0" presId="urn:microsoft.com/office/officeart/2005/8/layout/default"/>
    <dgm:cxn modelId="{CC20C9AD-D867-46C6-9877-54D19B9FE440}" type="presParOf" srcId="{726F02F4-9F8D-4775-9C81-224515A7803E}" destId="{4D4E8C40-59B0-43AB-AF84-E09B0A97989B}" srcOrd="2" destOrd="0" presId="urn:microsoft.com/office/officeart/2005/8/layout/default"/>
    <dgm:cxn modelId="{1DBFB9BC-3067-4271-BCE8-785778BB2CA3}" type="presParOf" srcId="{726F02F4-9F8D-4775-9C81-224515A7803E}" destId="{7C7E83C9-7603-464C-9984-362522554365}" srcOrd="3" destOrd="0" presId="urn:microsoft.com/office/officeart/2005/8/layout/default"/>
    <dgm:cxn modelId="{DC1BFD4E-D8B1-4577-B779-560D85D051FF}" type="presParOf" srcId="{726F02F4-9F8D-4775-9C81-224515A7803E}" destId="{98F0F990-6069-4005-A022-52F5C3322428}" srcOrd="4" destOrd="0" presId="urn:microsoft.com/office/officeart/2005/8/layout/default"/>
    <dgm:cxn modelId="{CF768121-64F2-4F1C-A86E-49B4254165EE}" type="presParOf" srcId="{726F02F4-9F8D-4775-9C81-224515A7803E}" destId="{B9F63AAB-2132-4804-85AD-DCDD9B20B1C0}" srcOrd="5" destOrd="0" presId="urn:microsoft.com/office/officeart/2005/8/layout/default"/>
    <dgm:cxn modelId="{130B96C4-8106-401E-AFB3-EDD6F8B6CA23}" type="presParOf" srcId="{726F02F4-9F8D-4775-9C81-224515A7803E}" destId="{6BADA56D-72BA-43AD-B597-CE1E5C02E23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29770AF-BC96-47DC-9DDA-DFA2A50DF8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0F00EF19-60C3-46B4-A4CD-7D119C1BA512}">
      <dgm:prSet phldrT="[Text]"/>
      <dgm:spPr/>
      <dgm:t>
        <a:bodyPr/>
        <a:lstStyle/>
        <a:p>
          <a:r>
            <a:rPr lang="de-DE" dirty="0"/>
            <a:t>Assistenzroboter</a:t>
          </a:r>
        </a:p>
      </dgm:t>
    </dgm:pt>
    <dgm:pt modelId="{F4E2CB18-4F0E-465D-8E6A-76C0CA2514DD}" type="parTrans" cxnId="{296E4165-780A-43A8-85F7-19BBE141ED2F}">
      <dgm:prSet/>
      <dgm:spPr/>
      <dgm:t>
        <a:bodyPr/>
        <a:lstStyle/>
        <a:p>
          <a:endParaRPr lang="de-DE"/>
        </a:p>
      </dgm:t>
    </dgm:pt>
    <dgm:pt modelId="{2A7FE31B-F696-437B-856B-B469C212D4AB}" type="sibTrans" cxnId="{296E4165-780A-43A8-85F7-19BBE141ED2F}">
      <dgm:prSet/>
      <dgm:spPr/>
      <dgm:t>
        <a:bodyPr/>
        <a:lstStyle/>
        <a:p>
          <a:endParaRPr lang="de-DE"/>
        </a:p>
      </dgm:t>
    </dgm:pt>
    <dgm:pt modelId="{D645FAD9-24F6-4E29-923B-EA43FD36BFF7}">
      <dgm:prSet phldrT="[Text]"/>
      <dgm:spPr/>
      <dgm:t>
        <a:bodyPr/>
        <a:lstStyle/>
        <a:p>
          <a:r>
            <a:rPr lang="de-DE" dirty="0"/>
            <a:t>(teil-)autonom</a:t>
          </a:r>
        </a:p>
      </dgm:t>
    </dgm:pt>
    <dgm:pt modelId="{19FEBECE-720A-44DA-B897-CF17D2988F9C}" type="parTrans" cxnId="{9EF67F11-B7B7-471E-81D7-246BE20D4862}">
      <dgm:prSet/>
      <dgm:spPr/>
      <dgm:t>
        <a:bodyPr/>
        <a:lstStyle/>
        <a:p>
          <a:endParaRPr lang="de-DE"/>
        </a:p>
      </dgm:t>
    </dgm:pt>
    <dgm:pt modelId="{3A3125BF-C817-4658-A640-BB90EB84263D}" type="sibTrans" cxnId="{9EF67F11-B7B7-471E-81D7-246BE20D4862}">
      <dgm:prSet/>
      <dgm:spPr/>
      <dgm:t>
        <a:bodyPr/>
        <a:lstStyle/>
        <a:p>
          <a:endParaRPr lang="de-DE"/>
        </a:p>
      </dgm:t>
    </dgm:pt>
    <dgm:pt modelId="{338D88CB-FE8F-4857-9133-270654867B47}">
      <dgm:prSet phldrT="[Text]"/>
      <dgm:spPr/>
      <dgm:t>
        <a:bodyPr/>
        <a:lstStyle/>
        <a:p>
          <a:r>
            <a:rPr lang="de-DE" dirty="0"/>
            <a:t>unterstützt Menschen</a:t>
          </a:r>
        </a:p>
      </dgm:t>
    </dgm:pt>
    <dgm:pt modelId="{45A8C108-A371-4FC7-BE27-93BFE6831A52}" type="parTrans" cxnId="{DE8C7E84-A768-4D8B-887E-795898E0EDC7}">
      <dgm:prSet/>
      <dgm:spPr/>
      <dgm:t>
        <a:bodyPr/>
        <a:lstStyle/>
        <a:p>
          <a:endParaRPr lang="de-DE"/>
        </a:p>
      </dgm:t>
    </dgm:pt>
    <dgm:pt modelId="{33C85E30-E532-4C91-807E-A0A3BD2AD4D1}" type="sibTrans" cxnId="{DE8C7E84-A768-4D8B-887E-795898E0EDC7}">
      <dgm:prSet/>
      <dgm:spPr/>
      <dgm:t>
        <a:bodyPr/>
        <a:lstStyle/>
        <a:p>
          <a:endParaRPr lang="de-DE"/>
        </a:p>
      </dgm:t>
    </dgm:pt>
    <dgm:pt modelId="{F87FCF17-536E-4D14-8F0E-67B377101832}">
      <dgm:prSet phldrT="[Text]"/>
      <dgm:spPr/>
      <dgm:t>
        <a:bodyPr/>
        <a:lstStyle/>
        <a:p>
          <a:r>
            <a:rPr lang="de-DE" dirty="0"/>
            <a:t>keine Produktion</a:t>
          </a:r>
        </a:p>
      </dgm:t>
    </dgm:pt>
    <dgm:pt modelId="{5CF15917-9824-4787-A660-607002ADEAB2}" type="parTrans" cxnId="{5B9669D1-D05D-4A02-BF97-6E630C1B4B10}">
      <dgm:prSet/>
      <dgm:spPr/>
      <dgm:t>
        <a:bodyPr/>
        <a:lstStyle/>
        <a:p>
          <a:endParaRPr lang="de-DE"/>
        </a:p>
      </dgm:t>
    </dgm:pt>
    <dgm:pt modelId="{95360F48-B064-4115-9989-C3BAB94B36EF}" type="sibTrans" cxnId="{5B9669D1-D05D-4A02-BF97-6E630C1B4B10}">
      <dgm:prSet/>
      <dgm:spPr/>
      <dgm:t>
        <a:bodyPr/>
        <a:lstStyle/>
        <a:p>
          <a:endParaRPr lang="de-DE"/>
        </a:p>
      </dgm:t>
    </dgm:pt>
    <dgm:pt modelId="{AE1C4170-B8B4-4315-822C-74619EE95B8F}">
      <dgm:prSet phldrT="[Text]"/>
      <dgm:spPr/>
      <dgm:t>
        <a:bodyPr/>
        <a:lstStyle/>
        <a:p>
          <a:endParaRPr lang="de-DE" dirty="0"/>
        </a:p>
      </dgm:t>
    </dgm:pt>
    <dgm:pt modelId="{B15E26DE-90F6-4786-A928-1BFCADF1253B}" type="parTrans" cxnId="{116240C4-80F0-412D-9396-DC316B3F0B6A}">
      <dgm:prSet/>
      <dgm:spPr/>
      <dgm:t>
        <a:bodyPr/>
        <a:lstStyle/>
        <a:p>
          <a:endParaRPr lang="de-DE"/>
        </a:p>
      </dgm:t>
    </dgm:pt>
    <dgm:pt modelId="{926A2C05-1600-4C47-934E-88654268F785}" type="sibTrans" cxnId="{116240C4-80F0-412D-9396-DC316B3F0B6A}">
      <dgm:prSet/>
      <dgm:spPr/>
      <dgm:t>
        <a:bodyPr/>
        <a:lstStyle/>
        <a:p>
          <a:endParaRPr lang="de-DE"/>
        </a:p>
      </dgm:t>
    </dgm:pt>
    <dgm:pt modelId="{003AEAB9-F4F7-4A56-B7A7-B3A19FA501D2}" type="pres">
      <dgm:prSet presAssocID="{C29770AF-BC96-47DC-9DDA-DFA2A50DF8AD}" presName="linear" presStyleCnt="0">
        <dgm:presLayoutVars>
          <dgm:animLvl val="lvl"/>
          <dgm:resizeHandles val="exact"/>
        </dgm:presLayoutVars>
      </dgm:prSet>
      <dgm:spPr/>
    </dgm:pt>
    <dgm:pt modelId="{5614F034-8AB8-4EBE-ACDD-D0A46DD7C079}" type="pres">
      <dgm:prSet presAssocID="{0F00EF19-60C3-46B4-A4CD-7D119C1BA512}" presName="parentText" presStyleLbl="node1" presStyleIdx="0" presStyleCnt="1" custLinFactNeighborY="3257">
        <dgm:presLayoutVars>
          <dgm:chMax val="0"/>
          <dgm:bulletEnabled val="1"/>
        </dgm:presLayoutVars>
      </dgm:prSet>
      <dgm:spPr/>
    </dgm:pt>
    <dgm:pt modelId="{F668552C-9D35-4361-88EF-2C54D5020D2A}" type="pres">
      <dgm:prSet presAssocID="{0F00EF19-60C3-46B4-A4CD-7D119C1BA51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524F702-DA5F-415F-A846-BA33C4AA1791}" type="presOf" srcId="{D645FAD9-24F6-4E29-923B-EA43FD36BFF7}" destId="{F668552C-9D35-4361-88EF-2C54D5020D2A}" srcOrd="0" destOrd="0" presId="urn:microsoft.com/office/officeart/2005/8/layout/vList2"/>
    <dgm:cxn modelId="{9EF67F11-B7B7-471E-81D7-246BE20D4862}" srcId="{0F00EF19-60C3-46B4-A4CD-7D119C1BA512}" destId="{D645FAD9-24F6-4E29-923B-EA43FD36BFF7}" srcOrd="0" destOrd="0" parTransId="{19FEBECE-720A-44DA-B897-CF17D2988F9C}" sibTransId="{3A3125BF-C817-4658-A640-BB90EB84263D}"/>
    <dgm:cxn modelId="{FF471923-8FF0-40C0-BF60-2AC81D6B77AB}" type="presOf" srcId="{338D88CB-FE8F-4857-9133-270654867B47}" destId="{F668552C-9D35-4361-88EF-2C54D5020D2A}" srcOrd="0" destOrd="1" presId="urn:microsoft.com/office/officeart/2005/8/layout/vList2"/>
    <dgm:cxn modelId="{EC74A143-2468-444C-B337-0C8A7ABA4A04}" type="presOf" srcId="{F87FCF17-536E-4D14-8F0E-67B377101832}" destId="{F668552C-9D35-4361-88EF-2C54D5020D2A}" srcOrd="0" destOrd="2" presId="urn:microsoft.com/office/officeart/2005/8/layout/vList2"/>
    <dgm:cxn modelId="{296E4165-780A-43A8-85F7-19BBE141ED2F}" srcId="{C29770AF-BC96-47DC-9DDA-DFA2A50DF8AD}" destId="{0F00EF19-60C3-46B4-A4CD-7D119C1BA512}" srcOrd="0" destOrd="0" parTransId="{F4E2CB18-4F0E-465D-8E6A-76C0CA2514DD}" sibTransId="{2A7FE31B-F696-437B-856B-B469C212D4AB}"/>
    <dgm:cxn modelId="{DE8C7E84-A768-4D8B-887E-795898E0EDC7}" srcId="{0F00EF19-60C3-46B4-A4CD-7D119C1BA512}" destId="{338D88CB-FE8F-4857-9133-270654867B47}" srcOrd="1" destOrd="0" parTransId="{45A8C108-A371-4FC7-BE27-93BFE6831A52}" sibTransId="{33C85E30-E532-4C91-807E-A0A3BD2AD4D1}"/>
    <dgm:cxn modelId="{13691E98-D289-4C76-BDCF-A2460E5D4600}" type="presOf" srcId="{C29770AF-BC96-47DC-9DDA-DFA2A50DF8AD}" destId="{003AEAB9-F4F7-4A56-B7A7-B3A19FA501D2}" srcOrd="0" destOrd="0" presId="urn:microsoft.com/office/officeart/2005/8/layout/vList2"/>
    <dgm:cxn modelId="{99F7CDAA-1BD3-4020-8C26-50CC4736473E}" type="presOf" srcId="{AE1C4170-B8B4-4315-822C-74619EE95B8F}" destId="{F668552C-9D35-4361-88EF-2C54D5020D2A}" srcOrd="0" destOrd="3" presId="urn:microsoft.com/office/officeart/2005/8/layout/vList2"/>
    <dgm:cxn modelId="{BC9552BE-6F01-4914-9BD8-8A4CFE86BE66}" type="presOf" srcId="{0F00EF19-60C3-46B4-A4CD-7D119C1BA512}" destId="{5614F034-8AB8-4EBE-ACDD-D0A46DD7C079}" srcOrd="0" destOrd="0" presId="urn:microsoft.com/office/officeart/2005/8/layout/vList2"/>
    <dgm:cxn modelId="{116240C4-80F0-412D-9396-DC316B3F0B6A}" srcId="{0F00EF19-60C3-46B4-A4CD-7D119C1BA512}" destId="{AE1C4170-B8B4-4315-822C-74619EE95B8F}" srcOrd="3" destOrd="0" parTransId="{B15E26DE-90F6-4786-A928-1BFCADF1253B}" sibTransId="{926A2C05-1600-4C47-934E-88654268F785}"/>
    <dgm:cxn modelId="{5B9669D1-D05D-4A02-BF97-6E630C1B4B10}" srcId="{0F00EF19-60C3-46B4-A4CD-7D119C1BA512}" destId="{F87FCF17-536E-4D14-8F0E-67B377101832}" srcOrd="2" destOrd="0" parTransId="{5CF15917-9824-4787-A660-607002ADEAB2}" sibTransId="{95360F48-B064-4115-9989-C3BAB94B36EF}"/>
    <dgm:cxn modelId="{C30816BA-3B33-420A-9457-D0D24F8F2583}" type="presParOf" srcId="{003AEAB9-F4F7-4A56-B7A7-B3A19FA501D2}" destId="{5614F034-8AB8-4EBE-ACDD-D0A46DD7C079}" srcOrd="0" destOrd="0" presId="urn:microsoft.com/office/officeart/2005/8/layout/vList2"/>
    <dgm:cxn modelId="{02A9CE5F-4FBE-46F4-9675-A797724F13BA}" type="presParOf" srcId="{003AEAB9-F4F7-4A56-B7A7-B3A19FA501D2}" destId="{F668552C-9D35-4361-88EF-2C54D5020D2A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178139-093B-4885-9A8E-2F97EBF3C515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6C9F924-505E-445F-A62B-9456AA9EBAB4}">
      <dgm:prSet/>
      <dgm:spPr/>
      <dgm:t>
        <a:bodyPr/>
        <a:lstStyle/>
        <a:p>
          <a:r>
            <a:rPr lang="de-DE" dirty="0"/>
            <a:t>Pflege von Patienten</a:t>
          </a:r>
        </a:p>
      </dgm:t>
    </dgm:pt>
    <dgm:pt modelId="{95369929-27A5-4A44-89C1-E4CF1CE95A85}" type="parTrans" cxnId="{9FEB34C9-65AB-439B-847D-25654703E194}">
      <dgm:prSet/>
      <dgm:spPr/>
      <dgm:t>
        <a:bodyPr/>
        <a:lstStyle/>
        <a:p>
          <a:endParaRPr lang="de-DE"/>
        </a:p>
      </dgm:t>
    </dgm:pt>
    <dgm:pt modelId="{61A2D47E-25AE-4E53-811E-7A8EFA244B0D}" type="sibTrans" cxnId="{9FEB34C9-65AB-439B-847D-25654703E194}">
      <dgm:prSet/>
      <dgm:spPr/>
      <dgm:t>
        <a:bodyPr/>
        <a:lstStyle/>
        <a:p>
          <a:endParaRPr lang="de-DE"/>
        </a:p>
      </dgm:t>
    </dgm:pt>
    <dgm:pt modelId="{1BB0C428-A73A-4513-B171-5043A833A4FE}">
      <dgm:prSet/>
      <dgm:spPr/>
      <dgm:t>
        <a:bodyPr/>
        <a:lstStyle/>
        <a:p>
          <a:r>
            <a:rPr lang="de-DE" dirty="0"/>
            <a:t>Unabhängigkeit der Patienten</a:t>
          </a:r>
        </a:p>
      </dgm:t>
    </dgm:pt>
    <dgm:pt modelId="{2654D6E3-785B-4F64-AA5C-9839F09567B5}" type="parTrans" cxnId="{8213BB20-4F12-4551-9508-9613A1564FFD}">
      <dgm:prSet/>
      <dgm:spPr/>
      <dgm:t>
        <a:bodyPr/>
        <a:lstStyle/>
        <a:p>
          <a:endParaRPr lang="de-DE"/>
        </a:p>
      </dgm:t>
    </dgm:pt>
    <dgm:pt modelId="{C7FA1AF3-B5D7-46AC-9151-E974A10F3232}" type="sibTrans" cxnId="{8213BB20-4F12-4551-9508-9613A1564FFD}">
      <dgm:prSet/>
      <dgm:spPr/>
      <dgm:t>
        <a:bodyPr/>
        <a:lstStyle/>
        <a:p>
          <a:endParaRPr lang="de-DE"/>
        </a:p>
      </dgm:t>
    </dgm:pt>
    <dgm:pt modelId="{F5539D45-2927-4F59-9113-F505DB212276}">
      <dgm:prSet/>
      <dgm:spPr/>
      <dgm:t>
        <a:bodyPr/>
        <a:lstStyle/>
        <a:p>
          <a:r>
            <a:rPr lang="de-DE" dirty="0"/>
            <a:t>Mobilitätshilfe</a:t>
          </a:r>
        </a:p>
      </dgm:t>
    </dgm:pt>
    <dgm:pt modelId="{C4D0F55C-5D72-448A-A51B-6049E2F1CBAB}" type="parTrans" cxnId="{9D42423F-652F-43F7-B490-2679A567AD93}">
      <dgm:prSet/>
      <dgm:spPr/>
      <dgm:t>
        <a:bodyPr/>
        <a:lstStyle/>
        <a:p>
          <a:endParaRPr lang="de-DE"/>
        </a:p>
      </dgm:t>
    </dgm:pt>
    <dgm:pt modelId="{0C2309E3-E7DB-40CB-A9B6-406F54312C1D}" type="sibTrans" cxnId="{9D42423F-652F-43F7-B490-2679A567AD93}">
      <dgm:prSet/>
      <dgm:spPr/>
      <dgm:t>
        <a:bodyPr/>
        <a:lstStyle/>
        <a:p>
          <a:endParaRPr lang="de-DE"/>
        </a:p>
      </dgm:t>
    </dgm:pt>
    <dgm:pt modelId="{882E1440-09D9-4A94-A05D-48D579947211}">
      <dgm:prSet/>
      <dgm:spPr/>
      <dgm:t>
        <a:bodyPr/>
        <a:lstStyle/>
        <a:p>
          <a:r>
            <a:rPr lang="de-DE" dirty="0"/>
            <a:t>Haushaltshilfe (z.B. Bodenreinigung)</a:t>
          </a:r>
        </a:p>
      </dgm:t>
    </dgm:pt>
    <dgm:pt modelId="{5C29F4BE-1FED-4380-9835-1B347A4164B6}" type="parTrans" cxnId="{72D76684-348F-4887-8637-54F2FA570602}">
      <dgm:prSet/>
      <dgm:spPr/>
      <dgm:t>
        <a:bodyPr/>
        <a:lstStyle/>
        <a:p>
          <a:endParaRPr lang="de-DE"/>
        </a:p>
      </dgm:t>
    </dgm:pt>
    <dgm:pt modelId="{60F9DB66-33A3-452E-B54C-A5A99E952848}" type="sibTrans" cxnId="{72D76684-348F-4887-8637-54F2FA570602}">
      <dgm:prSet/>
      <dgm:spPr/>
      <dgm:t>
        <a:bodyPr/>
        <a:lstStyle/>
        <a:p>
          <a:endParaRPr lang="de-DE"/>
        </a:p>
      </dgm:t>
    </dgm:pt>
    <dgm:pt modelId="{830AC063-D972-4AFE-BCDA-9B26E23F3F2B}">
      <dgm:prSet/>
      <dgm:spPr/>
      <dgm:t>
        <a:bodyPr/>
        <a:lstStyle/>
        <a:p>
          <a:r>
            <a:rPr lang="de-DE" dirty="0"/>
            <a:t>Navigationshilfe</a:t>
          </a:r>
        </a:p>
      </dgm:t>
    </dgm:pt>
    <dgm:pt modelId="{C7F74A85-9FE6-48CF-BD30-E6F2AB00BF98}" type="parTrans" cxnId="{CF9CD9DD-DD00-435B-B683-0959633D8366}">
      <dgm:prSet/>
      <dgm:spPr/>
      <dgm:t>
        <a:bodyPr/>
        <a:lstStyle/>
        <a:p>
          <a:endParaRPr lang="de-DE"/>
        </a:p>
      </dgm:t>
    </dgm:pt>
    <dgm:pt modelId="{BD992315-6E17-4C22-8CEC-3D8BFF4EC0A1}" type="sibTrans" cxnId="{CF9CD9DD-DD00-435B-B683-0959633D8366}">
      <dgm:prSet/>
      <dgm:spPr/>
      <dgm:t>
        <a:bodyPr/>
        <a:lstStyle/>
        <a:p>
          <a:endParaRPr lang="de-DE"/>
        </a:p>
      </dgm:t>
    </dgm:pt>
    <dgm:pt modelId="{8B37E1F5-058F-4531-9CBF-F44E5007C3A5}" type="pres">
      <dgm:prSet presAssocID="{98178139-093B-4885-9A8E-2F97EBF3C515}" presName="Name0" presStyleCnt="0">
        <dgm:presLayoutVars>
          <dgm:dir/>
          <dgm:resizeHandles val="exact"/>
        </dgm:presLayoutVars>
      </dgm:prSet>
      <dgm:spPr/>
    </dgm:pt>
    <dgm:pt modelId="{027C31CF-F6EC-4209-958F-89B26267F181}" type="pres">
      <dgm:prSet presAssocID="{E6C9F924-505E-445F-A62B-9456AA9EBAB4}" presName="composite" presStyleCnt="0"/>
      <dgm:spPr/>
    </dgm:pt>
    <dgm:pt modelId="{05C356D0-36E1-410B-91CD-E7A1B403FF43}" type="pres">
      <dgm:prSet presAssocID="{E6C9F924-505E-445F-A62B-9456AA9EBAB4}" presName="rect1" presStyleLbl="trAlignAcc1" presStyleIdx="0" presStyleCnt="5">
        <dgm:presLayoutVars>
          <dgm:bulletEnabled val="1"/>
        </dgm:presLayoutVars>
      </dgm:prSet>
      <dgm:spPr/>
    </dgm:pt>
    <dgm:pt modelId="{D84607BC-A35A-41DD-AD7A-0C6168BE3248}" type="pres">
      <dgm:prSet presAssocID="{E6C9F924-505E-445F-A62B-9456AA9EBAB4}" presName="rect2" presStyleLbl="fgImgPlac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C126AAC2-0A9A-42DE-A300-C633B9A6C6CC}" type="pres">
      <dgm:prSet presAssocID="{61A2D47E-25AE-4E53-811E-7A8EFA244B0D}" presName="sibTrans" presStyleCnt="0"/>
      <dgm:spPr/>
    </dgm:pt>
    <dgm:pt modelId="{D007DED9-B59A-4FEF-A00B-9AD54421D583}" type="pres">
      <dgm:prSet presAssocID="{1BB0C428-A73A-4513-B171-5043A833A4FE}" presName="composite" presStyleCnt="0"/>
      <dgm:spPr/>
    </dgm:pt>
    <dgm:pt modelId="{D220D71F-33CA-45EE-8094-08C7D00F5A61}" type="pres">
      <dgm:prSet presAssocID="{1BB0C428-A73A-4513-B171-5043A833A4FE}" presName="rect1" presStyleLbl="trAlignAcc1" presStyleIdx="1" presStyleCnt="5">
        <dgm:presLayoutVars>
          <dgm:bulletEnabled val="1"/>
        </dgm:presLayoutVars>
      </dgm:prSet>
      <dgm:spPr/>
    </dgm:pt>
    <dgm:pt modelId="{A20CF708-D7F0-4367-813D-BAC15C29E67B}" type="pres">
      <dgm:prSet presAssocID="{1BB0C428-A73A-4513-B171-5043A833A4FE}" presName="rect2" presStyleLbl="fgImgPlace1" presStyleIdx="1" presStyleCnt="5" custLinFactNeighborX="969" custLinFactNeighborY="-2189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2000" r="-42000"/>
          </a:stretch>
        </a:blipFill>
      </dgm:spPr>
    </dgm:pt>
    <dgm:pt modelId="{A63CEF9D-1785-41B3-8EF1-1ED32A244F7B}" type="pres">
      <dgm:prSet presAssocID="{C7FA1AF3-B5D7-46AC-9151-E974A10F3232}" presName="sibTrans" presStyleCnt="0"/>
      <dgm:spPr/>
    </dgm:pt>
    <dgm:pt modelId="{9CE4569E-4495-475A-AE06-12407A1A60F0}" type="pres">
      <dgm:prSet presAssocID="{F5539D45-2927-4F59-9113-F505DB212276}" presName="composite" presStyleCnt="0"/>
      <dgm:spPr/>
    </dgm:pt>
    <dgm:pt modelId="{01D90C9B-D089-432E-BBE6-063A096D1590}" type="pres">
      <dgm:prSet presAssocID="{F5539D45-2927-4F59-9113-F505DB212276}" presName="rect1" presStyleLbl="trAlignAcc1" presStyleIdx="2" presStyleCnt="5">
        <dgm:presLayoutVars>
          <dgm:bulletEnabled val="1"/>
        </dgm:presLayoutVars>
      </dgm:prSet>
      <dgm:spPr/>
    </dgm:pt>
    <dgm:pt modelId="{CFDE84F1-C7B8-4744-96BD-6B7D357642CC}" type="pres">
      <dgm:prSet presAssocID="{F5539D45-2927-4F59-9113-F505DB212276}" presName="rect2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</dgm:spPr>
    </dgm:pt>
    <dgm:pt modelId="{96BBF0E5-0091-4327-AE3B-5E918F4AC35D}" type="pres">
      <dgm:prSet presAssocID="{0C2309E3-E7DB-40CB-A9B6-406F54312C1D}" presName="sibTrans" presStyleCnt="0"/>
      <dgm:spPr/>
    </dgm:pt>
    <dgm:pt modelId="{2BE60769-D80D-4A88-8683-BD63A8A0BF30}" type="pres">
      <dgm:prSet presAssocID="{830AC063-D972-4AFE-BCDA-9B26E23F3F2B}" presName="composite" presStyleCnt="0"/>
      <dgm:spPr/>
    </dgm:pt>
    <dgm:pt modelId="{EDF71F60-9264-453C-A7EA-E5538C33B341}" type="pres">
      <dgm:prSet presAssocID="{830AC063-D972-4AFE-BCDA-9B26E23F3F2B}" presName="rect1" presStyleLbl="trAlignAcc1" presStyleIdx="3" presStyleCnt="5">
        <dgm:presLayoutVars>
          <dgm:bulletEnabled val="1"/>
        </dgm:presLayoutVars>
      </dgm:prSet>
      <dgm:spPr/>
    </dgm:pt>
    <dgm:pt modelId="{C2BAA2A9-D58C-4390-8DE3-92B73925D193}" type="pres">
      <dgm:prSet presAssocID="{830AC063-D972-4AFE-BCDA-9B26E23F3F2B}" presName="rect2" presStyleLbl="fgImgPlac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l="-35000" r="-35000"/>
          </a:stretch>
        </a:blipFill>
      </dgm:spPr>
    </dgm:pt>
    <dgm:pt modelId="{3E676089-7F08-4A95-8452-A26343A04DE6}" type="pres">
      <dgm:prSet presAssocID="{BD992315-6E17-4C22-8CEC-3D8BFF4EC0A1}" presName="sibTrans" presStyleCnt="0"/>
      <dgm:spPr/>
    </dgm:pt>
    <dgm:pt modelId="{44D736EB-48B2-4765-BE40-3A5E0DB01F6E}" type="pres">
      <dgm:prSet presAssocID="{882E1440-09D9-4A94-A05D-48D579947211}" presName="composite" presStyleCnt="0"/>
      <dgm:spPr/>
    </dgm:pt>
    <dgm:pt modelId="{0C89D51E-9C45-4F1B-BE61-57A326E6EF65}" type="pres">
      <dgm:prSet presAssocID="{882E1440-09D9-4A94-A05D-48D579947211}" presName="rect1" presStyleLbl="trAlignAcc1" presStyleIdx="4" presStyleCnt="5">
        <dgm:presLayoutVars>
          <dgm:bulletEnabled val="1"/>
        </dgm:presLayoutVars>
      </dgm:prSet>
      <dgm:spPr/>
    </dgm:pt>
    <dgm:pt modelId="{FCADE709-3E49-45E6-A8FC-E6F3B094A439}" type="pres">
      <dgm:prSet presAssocID="{882E1440-09D9-4A94-A05D-48D579947211}" presName="rect2" presStyleLbl="fgImgPlace1" presStyleIdx="4" presStyleCnt="5"/>
      <dgm:spPr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3000" r="-83000"/>
          </a:stretch>
        </a:blipFill>
      </dgm:spPr>
    </dgm:pt>
  </dgm:ptLst>
  <dgm:cxnLst>
    <dgm:cxn modelId="{8213BB20-4F12-4551-9508-9613A1564FFD}" srcId="{98178139-093B-4885-9A8E-2F97EBF3C515}" destId="{1BB0C428-A73A-4513-B171-5043A833A4FE}" srcOrd="1" destOrd="0" parTransId="{2654D6E3-785B-4F64-AA5C-9839F09567B5}" sibTransId="{C7FA1AF3-B5D7-46AC-9151-E974A10F3232}"/>
    <dgm:cxn modelId="{F1CFDA2E-D18A-4116-8612-4550C0998EB8}" type="presOf" srcId="{830AC063-D972-4AFE-BCDA-9B26E23F3F2B}" destId="{EDF71F60-9264-453C-A7EA-E5538C33B341}" srcOrd="0" destOrd="0" presId="urn:microsoft.com/office/officeart/2008/layout/PictureStrips"/>
    <dgm:cxn modelId="{9D42423F-652F-43F7-B490-2679A567AD93}" srcId="{98178139-093B-4885-9A8E-2F97EBF3C515}" destId="{F5539D45-2927-4F59-9113-F505DB212276}" srcOrd="2" destOrd="0" parTransId="{C4D0F55C-5D72-448A-A51B-6049E2F1CBAB}" sibTransId="{0C2309E3-E7DB-40CB-A9B6-406F54312C1D}"/>
    <dgm:cxn modelId="{72D76684-348F-4887-8637-54F2FA570602}" srcId="{98178139-093B-4885-9A8E-2F97EBF3C515}" destId="{882E1440-09D9-4A94-A05D-48D579947211}" srcOrd="4" destOrd="0" parTransId="{5C29F4BE-1FED-4380-9835-1B347A4164B6}" sibTransId="{60F9DB66-33A3-452E-B54C-A5A99E952848}"/>
    <dgm:cxn modelId="{F7EFB685-59D9-44E3-AFAC-61637137C43A}" type="presOf" srcId="{98178139-093B-4885-9A8E-2F97EBF3C515}" destId="{8B37E1F5-058F-4531-9CBF-F44E5007C3A5}" srcOrd="0" destOrd="0" presId="urn:microsoft.com/office/officeart/2008/layout/PictureStrips"/>
    <dgm:cxn modelId="{BD5B1DB9-4F58-4E0D-9B4E-A8556B5C94B2}" type="presOf" srcId="{E6C9F924-505E-445F-A62B-9456AA9EBAB4}" destId="{05C356D0-36E1-410B-91CD-E7A1B403FF43}" srcOrd="0" destOrd="0" presId="urn:microsoft.com/office/officeart/2008/layout/PictureStrips"/>
    <dgm:cxn modelId="{00479DBF-88BD-4FF5-9FAC-FAA6D5FE0915}" type="presOf" srcId="{882E1440-09D9-4A94-A05D-48D579947211}" destId="{0C89D51E-9C45-4F1B-BE61-57A326E6EF65}" srcOrd="0" destOrd="0" presId="urn:microsoft.com/office/officeart/2008/layout/PictureStrips"/>
    <dgm:cxn modelId="{9FEB34C9-65AB-439B-847D-25654703E194}" srcId="{98178139-093B-4885-9A8E-2F97EBF3C515}" destId="{E6C9F924-505E-445F-A62B-9456AA9EBAB4}" srcOrd="0" destOrd="0" parTransId="{95369929-27A5-4A44-89C1-E4CF1CE95A85}" sibTransId="{61A2D47E-25AE-4E53-811E-7A8EFA244B0D}"/>
    <dgm:cxn modelId="{FC628DDD-536D-4F6B-8E3A-8954A500B259}" type="presOf" srcId="{1BB0C428-A73A-4513-B171-5043A833A4FE}" destId="{D220D71F-33CA-45EE-8094-08C7D00F5A61}" srcOrd="0" destOrd="0" presId="urn:microsoft.com/office/officeart/2008/layout/PictureStrips"/>
    <dgm:cxn modelId="{CF9CD9DD-DD00-435B-B683-0959633D8366}" srcId="{98178139-093B-4885-9A8E-2F97EBF3C515}" destId="{830AC063-D972-4AFE-BCDA-9B26E23F3F2B}" srcOrd="3" destOrd="0" parTransId="{C7F74A85-9FE6-48CF-BD30-E6F2AB00BF98}" sibTransId="{BD992315-6E17-4C22-8CEC-3D8BFF4EC0A1}"/>
    <dgm:cxn modelId="{A834AAF0-3315-4F38-8B83-89D7F0994CD9}" type="presOf" srcId="{F5539D45-2927-4F59-9113-F505DB212276}" destId="{01D90C9B-D089-432E-BBE6-063A096D1590}" srcOrd="0" destOrd="0" presId="urn:microsoft.com/office/officeart/2008/layout/PictureStrips"/>
    <dgm:cxn modelId="{1B68C581-917C-4B83-8E79-7ABECBA0A5C6}" type="presParOf" srcId="{8B37E1F5-058F-4531-9CBF-F44E5007C3A5}" destId="{027C31CF-F6EC-4209-958F-89B26267F181}" srcOrd="0" destOrd="0" presId="urn:microsoft.com/office/officeart/2008/layout/PictureStrips"/>
    <dgm:cxn modelId="{6E326B9F-781F-4EC6-8A11-5D45B802889F}" type="presParOf" srcId="{027C31CF-F6EC-4209-958F-89B26267F181}" destId="{05C356D0-36E1-410B-91CD-E7A1B403FF43}" srcOrd="0" destOrd="0" presId="urn:microsoft.com/office/officeart/2008/layout/PictureStrips"/>
    <dgm:cxn modelId="{E7CD5EDA-BF60-42FA-8829-176937BE7786}" type="presParOf" srcId="{027C31CF-F6EC-4209-958F-89B26267F181}" destId="{D84607BC-A35A-41DD-AD7A-0C6168BE3248}" srcOrd="1" destOrd="0" presId="urn:microsoft.com/office/officeart/2008/layout/PictureStrips"/>
    <dgm:cxn modelId="{4D22F9AF-777B-41FA-9F75-D09D746EC505}" type="presParOf" srcId="{8B37E1F5-058F-4531-9CBF-F44E5007C3A5}" destId="{C126AAC2-0A9A-42DE-A300-C633B9A6C6CC}" srcOrd="1" destOrd="0" presId="urn:microsoft.com/office/officeart/2008/layout/PictureStrips"/>
    <dgm:cxn modelId="{3A716271-2015-4006-BF78-75ECAB7FF391}" type="presParOf" srcId="{8B37E1F5-058F-4531-9CBF-F44E5007C3A5}" destId="{D007DED9-B59A-4FEF-A00B-9AD54421D583}" srcOrd="2" destOrd="0" presId="urn:microsoft.com/office/officeart/2008/layout/PictureStrips"/>
    <dgm:cxn modelId="{59F98AF5-D81B-49D3-9B90-0F228B93F71E}" type="presParOf" srcId="{D007DED9-B59A-4FEF-A00B-9AD54421D583}" destId="{D220D71F-33CA-45EE-8094-08C7D00F5A61}" srcOrd="0" destOrd="0" presId="urn:microsoft.com/office/officeart/2008/layout/PictureStrips"/>
    <dgm:cxn modelId="{064179D5-F1BB-4836-9A61-2BCCB73D9C91}" type="presParOf" srcId="{D007DED9-B59A-4FEF-A00B-9AD54421D583}" destId="{A20CF708-D7F0-4367-813D-BAC15C29E67B}" srcOrd="1" destOrd="0" presId="urn:microsoft.com/office/officeart/2008/layout/PictureStrips"/>
    <dgm:cxn modelId="{A1F3DA4A-1A1A-4419-BF58-83B03F061F66}" type="presParOf" srcId="{8B37E1F5-058F-4531-9CBF-F44E5007C3A5}" destId="{A63CEF9D-1785-41B3-8EF1-1ED32A244F7B}" srcOrd="3" destOrd="0" presId="urn:microsoft.com/office/officeart/2008/layout/PictureStrips"/>
    <dgm:cxn modelId="{D375A724-1039-4506-9DB7-CF7FC3D92C70}" type="presParOf" srcId="{8B37E1F5-058F-4531-9CBF-F44E5007C3A5}" destId="{9CE4569E-4495-475A-AE06-12407A1A60F0}" srcOrd="4" destOrd="0" presId="urn:microsoft.com/office/officeart/2008/layout/PictureStrips"/>
    <dgm:cxn modelId="{28BDE55B-7A39-4786-A7F7-27D7C6E8CCD4}" type="presParOf" srcId="{9CE4569E-4495-475A-AE06-12407A1A60F0}" destId="{01D90C9B-D089-432E-BBE6-063A096D1590}" srcOrd="0" destOrd="0" presId="urn:microsoft.com/office/officeart/2008/layout/PictureStrips"/>
    <dgm:cxn modelId="{4755D48C-9556-4D86-9AD8-3CA87CF034D6}" type="presParOf" srcId="{9CE4569E-4495-475A-AE06-12407A1A60F0}" destId="{CFDE84F1-C7B8-4744-96BD-6B7D357642CC}" srcOrd="1" destOrd="0" presId="urn:microsoft.com/office/officeart/2008/layout/PictureStrips"/>
    <dgm:cxn modelId="{0629F8EF-DF6F-4566-B52E-BFF730B942ED}" type="presParOf" srcId="{8B37E1F5-058F-4531-9CBF-F44E5007C3A5}" destId="{96BBF0E5-0091-4327-AE3B-5E918F4AC35D}" srcOrd="5" destOrd="0" presId="urn:microsoft.com/office/officeart/2008/layout/PictureStrips"/>
    <dgm:cxn modelId="{4B090CC8-A85D-4E11-B275-18DE74469014}" type="presParOf" srcId="{8B37E1F5-058F-4531-9CBF-F44E5007C3A5}" destId="{2BE60769-D80D-4A88-8683-BD63A8A0BF30}" srcOrd="6" destOrd="0" presId="urn:microsoft.com/office/officeart/2008/layout/PictureStrips"/>
    <dgm:cxn modelId="{5053A949-F0CB-4C2D-8383-D47774DFBC86}" type="presParOf" srcId="{2BE60769-D80D-4A88-8683-BD63A8A0BF30}" destId="{EDF71F60-9264-453C-A7EA-E5538C33B341}" srcOrd="0" destOrd="0" presId="urn:microsoft.com/office/officeart/2008/layout/PictureStrips"/>
    <dgm:cxn modelId="{FD12D8EE-7309-4A31-AFC9-7C2A2E87FE2F}" type="presParOf" srcId="{2BE60769-D80D-4A88-8683-BD63A8A0BF30}" destId="{C2BAA2A9-D58C-4390-8DE3-92B73925D193}" srcOrd="1" destOrd="0" presId="urn:microsoft.com/office/officeart/2008/layout/PictureStrips"/>
    <dgm:cxn modelId="{8C05611A-06C3-4734-BBA8-40193F110D9F}" type="presParOf" srcId="{8B37E1F5-058F-4531-9CBF-F44E5007C3A5}" destId="{3E676089-7F08-4A95-8452-A26343A04DE6}" srcOrd="7" destOrd="0" presId="urn:microsoft.com/office/officeart/2008/layout/PictureStrips"/>
    <dgm:cxn modelId="{397DC85E-DDCC-47D5-8509-2F00C2DCF4EA}" type="presParOf" srcId="{8B37E1F5-058F-4531-9CBF-F44E5007C3A5}" destId="{44D736EB-48B2-4765-BE40-3A5E0DB01F6E}" srcOrd="8" destOrd="0" presId="urn:microsoft.com/office/officeart/2008/layout/PictureStrips"/>
    <dgm:cxn modelId="{250C14B3-D0DB-4063-91AC-6ED807A8447B}" type="presParOf" srcId="{44D736EB-48B2-4765-BE40-3A5E0DB01F6E}" destId="{0C89D51E-9C45-4F1B-BE61-57A326E6EF65}" srcOrd="0" destOrd="0" presId="urn:microsoft.com/office/officeart/2008/layout/PictureStrips"/>
    <dgm:cxn modelId="{A80D9C95-F93A-4D69-AEAC-3D49CD578F87}" type="presParOf" srcId="{44D736EB-48B2-4765-BE40-3A5E0DB01F6E}" destId="{FCADE709-3E49-45E6-A8FC-E6F3B094A439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772810B-62F4-49D6-9690-3F1834164A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FFC3C7D-F5EA-4A44-ACA4-2D8C9B2521D7}">
      <dgm:prSet/>
      <dgm:spPr/>
      <dgm:t>
        <a:bodyPr/>
        <a:lstStyle/>
        <a:p>
          <a:r>
            <a:rPr lang="de-DE" dirty="0"/>
            <a:t>Steuerung des Roboters mit natürlicher Sprache</a:t>
          </a:r>
        </a:p>
      </dgm:t>
    </dgm:pt>
    <dgm:pt modelId="{00351BF8-A3F3-471A-983E-3EEAEB40F7D7}" type="parTrans" cxnId="{4BE5E230-62CF-4046-958F-4FE5B6EB72C3}">
      <dgm:prSet/>
      <dgm:spPr/>
      <dgm:t>
        <a:bodyPr/>
        <a:lstStyle/>
        <a:p>
          <a:endParaRPr lang="de-DE"/>
        </a:p>
      </dgm:t>
    </dgm:pt>
    <dgm:pt modelId="{0701BFF3-2052-4A14-9181-9C26FB99D927}" type="sibTrans" cxnId="{4BE5E230-62CF-4046-958F-4FE5B6EB72C3}">
      <dgm:prSet/>
      <dgm:spPr/>
      <dgm:t>
        <a:bodyPr/>
        <a:lstStyle/>
        <a:p>
          <a:endParaRPr lang="de-DE"/>
        </a:p>
      </dgm:t>
    </dgm:pt>
    <dgm:pt modelId="{B8F56BA3-87FA-41A3-98E2-DAF4EBFE6EFB}">
      <dgm:prSet/>
      <dgm:spPr/>
      <dgm:t>
        <a:bodyPr/>
        <a:lstStyle/>
        <a:p>
          <a:r>
            <a:rPr lang="de-DE" dirty="0"/>
            <a:t>Bedienung ohne Vorwissen</a:t>
          </a:r>
        </a:p>
      </dgm:t>
    </dgm:pt>
    <dgm:pt modelId="{2B33692B-0F01-4CA5-BF7B-ADB4136BB069}" type="parTrans" cxnId="{93D4EB95-03BB-4D39-A7F7-DF6468D0F90B}">
      <dgm:prSet/>
      <dgm:spPr/>
      <dgm:t>
        <a:bodyPr/>
        <a:lstStyle/>
        <a:p>
          <a:endParaRPr lang="de-DE"/>
        </a:p>
      </dgm:t>
    </dgm:pt>
    <dgm:pt modelId="{26E25DB2-E33B-4BC7-9FB7-7D7F514FCCCD}" type="sibTrans" cxnId="{93D4EB95-03BB-4D39-A7F7-DF6468D0F90B}">
      <dgm:prSet/>
      <dgm:spPr/>
      <dgm:t>
        <a:bodyPr/>
        <a:lstStyle/>
        <a:p>
          <a:endParaRPr lang="de-DE"/>
        </a:p>
      </dgm:t>
    </dgm:pt>
    <dgm:pt modelId="{C53D7F14-AFC0-466A-8428-ED83EF507C66}">
      <dgm:prSet/>
      <dgm:spPr/>
      <dgm:t>
        <a:bodyPr/>
        <a:lstStyle/>
        <a:p>
          <a:r>
            <a:rPr lang="de-DE" dirty="0"/>
            <a:t>möglichst freie Wortwahl für Befehle</a:t>
          </a:r>
        </a:p>
      </dgm:t>
    </dgm:pt>
    <dgm:pt modelId="{D82548CA-CB51-430F-A6AE-32DBC9CDB2D3}" type="parTrans" cxnId="{2ABF14EE-0F90-4883-B335-97AE3BAF102B}">
      <dgm:prSet/>
      <dgm:spPr/>
      <dgm:t>
        <a:bodyPr/>
        <a:lstStyle/>
        <a:p>
          <a:endParaRPr lang="de-DE"/>
        </a:p>
      </dgm:t>
    </dgm:pt>
    <dgm:pt modelId="{BFC4FC87-F198-4173-9A4C-270B57A15E15}" type="sibTrans" cxnId="{2ABF14EE-0F90-4883-B335-97AE3BAF102B}">
      <dgm:prSet/>
      <dgm:spPr/>
      <dgm:t>
        <a:bodyPr/>
        <a:lstStyle/>
        <a:p>
          <a:endParaRPr lang="de-DE"/>
        </a:p>
      </dgm:t>
    </dgm:pt>
    <dgm:pt modelId="{571800A1-F784-4BD1-8ED5-F4A38DED9334}">
      <dgm:prSet/>
      <dgm:spPr/>
      <dgm:t>
        <a:bodyPr/>
        <a:lstStyle/>
        <a:p>
          <a:r>
            <a:rPr lang="de-DE" dirty="0"/>
            <a:t>Schutz der Privatsphäre</a:t>
          </a:r>
        </a:p>
      </dgm:t>
    </dgm:pt>
    <dgm:pt modelId="{9359C970-5399-4444-B6DD-B31C299B89CE}" type="parTrans" cxnId="{F7101478-3B48-43B9-8F93-D55B7E0911AC}">
      <dgm:prSet/>
      <dgm:spPr/>
      <dgm:t>
        <a:bodyPr/>
        <a:lstStyle/>
        <a:p>
          <a:endParaRPr lang="de-DE"/>
        </a:p>
      </dgm:t>
    </dgm:pt>
    <dgm:pt modelId="{59AF476A-6A20-43FD-A5C1-241A847A58F4}" type="sibTrans" cxnId="{F7101478-3B48-43B9-8F93-D55B7E0911AC}">
      <dgm:prSet/>
      <dgm:spPr/>
      <dgm:t>
        <a:bodyPr/>
        <a:lstStyle/>
        <a:p>
          <a:endParaRPr lang="de-DE"/>
        </a:p>
      </dgm:t>
    </dgm:pt>
    <dgm:pt modelId="{D9E380D3-ACE2-4FC3-9357-30F8FBEDE161}">
      <dgm:prSet/>
      <dgm:spPr/>
      <dgm:t>
        <a:bodyPr/>
        <a:lstStyle/>
        <a:p>
          <a:r>
            <a:rPr lang="de-DE" dirty="0"/>
            <a:t>Anpassungen an (Kern-)Funktionen möglich</a:t>
          </a:r>
        </a:p>
      </dgm:t>
    </dgm:pt>
    <dgm:pt modelId="{86EC94B6-11EC-4A87-9FB6-3BD97924318A}" type="parTrans" cxnId="{BC4BDC8A-9353-41C6-8808-C781A7327C53}">
      <dgm:prSet/>
      <dgm:spPr/>
      <dgm:t>
        <a:bodyPr/>
        <a:lstStyle/>
        <a:p>
          <a:endParaRPr lang="de-DE"/>
        </a:p>
      </dgm:t>
    </dgm:pt>
    <dgm:pt modelId="{06A85352-BBA7-4FB0-9622-9EF702D25EEE}" type="sibTrans" cxnId="{BC4BDC8A-9353-41C6-8808-C781A7327C53}">
      <dgm:prSet/>
      <dgm:spPr/>
      <dgm:t>
        <a:bodyPr/>
        <a:lstStyle/>
        <a:p>
          <a:endParaRPr lang="de-DE"/>
        </a:p>
      </dgm:t>
    </dgm:pt>
    <dgm:pt modelId="{F9E44A32-200B-47CB-89B1-44013F8C8DFA}" type="pres">
      <dgm:prSet presAssocID="{8772810B-62F4-49D6-9690-3F1834164A09}" presName="linear" presStyleCnt="0">
        <dgm:presLayoutVars>
          <dgm:animLvl val="lvl"/>
          <dgm:resizeHandles val="exact"/>
        </dgm:presLayoutVars>
      </dgm:prSet>
      <dgm:spPr/>
    </dgm:pt>
    <dgm:pt modelId="{F3505ED3-94CA-42A3-AEBB-B2669B9D474A}" type="pres">
      <dgm:prSet presAssocID="{DFFC3C7D-F5EA-4A44-ACA4-2D8C9B2521D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634252D-A866-4F71-9E48-9E718987AA5C}" type="pres">
      <dgm:prSet presAssocID="{0701BFF3-2052-4A14-9181-9C26FB99D927}" presName="spacer" presStyleCnt="0"/>
      <dgm:spPr/>
    </dgm:pt>
    <dgm:pt modelId="{7393F93C-24E6-4D59-99AE-31D74326B3AA}" type="pres">
      <dgm:prSet presAssocID="{B8F56BA3-87FA-41A3-98E2-DAF4EBFE6EFB}" presName="parentText" presStyleLbl="node1" presStyleIdx="1" presStyleCnt="5" custLinFactNeighborY="-7914">
        <dgm:presLayoutVars>
          <dgm:chMax val="0"/>
          <dgm:bulletEnabled val="1"/>
        </dgm:presLayoutVars>
      </dgm:prSet>
      <dgm:spPr/>
    </dgm:pt>
    <dgm:pt modelId="{5B4CAFB6-6864-46EB-AF67-3C40F0C16CFF}" type="pres">
      <dgm:prSet presAssocID="{26E25DB2-E33B-4BC7-9FB7-7D7F514FCCCD}" presName="spacer" presStyleCnt="0"/>
      <dgm:spPr/>
    </dgm:pt>
    <dgm:pt modelId="{F9107D6F-FB34-4B90-B0B7-77ABF544BC20}" type="pres">
      <dgm:prSet presAssocID="{C53D7F14-AFC0-466A-8428-ED83EF507C6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537C17C-9D73-4EFA-B480-4C515B3FE2E1}" type="pres">
      <dgm:prSet presAssocID="{BFC4FC87-F198-4173-9A4C-270B57A15E15}" presName="spacer" presStyleCnt="0"/>
      <dgm:spPr/>
    </dgm:pt>
    <dgm:pt modelId="{939EC2AC-5425-400E-B7ED-78BD68B7B7C2}" type="pres">
      <dgm:prSet presAssocID="{571800A1-F784-4BD1-8ED5-F4A38DED933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2F080E3-5B0D-4B8D-B57A-9B8748654D20}" type="pres">
      <dgm:prSet presAssocID="{59AF476A-6A20-43FD-A5C1-241A847A58F4}" presName="spacer" presStyleCnt="0"/>
      <dgm:spPr/>
    </dgm:pt>
    <dgm:pt modelId="{C7E85622-FB29-4BB5-BAEC-020EA11AC2AA}" type="pres">
      <dgm:prSet presAssocID="{D9E380D3-ACE2-4FC3-9357-30F8FBEDE16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6937214-E49E-4C1F-8173-D9DDF6840759}" type="presOf" srcId="{C53D7F14-AFC0-466A-8428-ED83EF507C66}" destId="{F9107D6F-FB34-4B90-B0B7-77ABF544BC20}" srcOrd="0" destOrd="0" presId="urn:microsoft.com/office/officeart/2005/8/layout/vList2"/>
    <dgm:cxn modelId="{4BE5E230-62CF-4046-958F-4FE5B6EB72C3}" srcId="{8772810B-62F4-49D6-9690-3F1834164A09}" destId="{DFFC3C7D-F5EA-4A44-ACA4-2D8C9B2521D7}" srcOrd="0" destOrd="0" parTransId="{00351BF8-A3F3-471A-983E-3EEAEB40F7D7}" sibTransId="{0701BFF3-2052-4A14-9181-9C26FB99D927}"/>
    <dgm:cxn modelId="{7C037F69-2109-4814-A3F2-88CA23A71273}" type="presOf" srcId="{8772810B-62F4-49D6-9690-3F1834164A09}" destId="{F9E44A32-200B-47CB-89B1-44013F8C8DFA}" srcOrd="0" destOrd="0" presId="urn:microsoft.com/office/officeart/2005/8/layout/vList2"/>
    <dgm:cxn modelId="{EB0B2A57-A527-4407-BC7F-3448EDC79BF1}" type="presOf" srcId="{DFFC3C7D-F5EA-4A44-ACA4-2D8C9B2521D7}" destId="{F3505ED3-94CA-42A3-AEBB-B2669B9D474A}" srcOrd="0" destOrd="0" presId="urn:microsoft.com/office/officeart/2005/8/layout/vList2"/>
    <dgm:cxn modelId="{F7101478-3B48-43B9-8F93-D55B7E0911AC}" srcId="{8772810B-62F4-49D6-9690-3F1834164A09}" destId="{571800A1-F784-4BD1-8ED5-F4A38DED9334}" srcOrd="3" destOrd="0" parTransId="{9359C970-5399-4444-B6DD-B31C299B89CE}" sibTransId="{59AF476A-6A20-43FD-A5C1-241A847A58F4}"/>
    <dgm:cxn modelId="{BC4BDC8A-9353-41C6-8808-C781A7327C53}" srcId="{8772810B-62F4-49D6-9690-3F1834164A09}" destId="{D9E380D3-ACE2-4FC3-9357-30F8FBEDE161}" srcOrd="4" destOrd="0" parTransId="{86EC94B6-11EC-4A87-9FB6-3BD97924318A}" sibTransId="{06A85352-BBA7-4FB0-9622-9EF702D25EEE}"/>
    <dgm:cxn modelId="{93D4EB95-03BB-4D39-A7F7-DF6468D0F90B}" srcId="{8772810B-62F4-49D6-9690-3F1834164A09}" destId="{B8F56BA3-87FA-41A3-98E2-DAF4EBFE6EFB}" srcOrd="1" destOrd="0" parTransId="{2B33692B-0F01-4CA5-BF7B-ADB4136BB069}" sibTransId="{26E25DB2-E33B-4BC7-9FB7-7D7F514FCCCD}"/>
    <dgm:cxn modelId="{E8AC63B0-04D4-4E9D-A668-AD01AEAC7300}" type="presOf" srcId="{B8F56BA3-87FA-41A3-98E2-DAF4EBFE6EFB}" destId="{7393F93C-24E6-4D59-99AE-31D74326B3AA}" srcOrd="0" destOrd="0" presId="urn:microsoft.com/office/officeart/2005/8/layout/vList2"/>
    <dgm:cxn modelId="{2ABF14EE-0F90-4883-B335-97AE3BAF102B}" srcId="{8772810B-62F4-49D6-9690-3F1834164A09}" destId="{C53D7F14-AFC0-466A-8428-ED83EF507C66}" srcOrd="2" destOrd="0" parTransId="{D82548CA-CB51-430F-A6AE-32DBC9CDB2D3}" sibTransId="{BFC4FC87-F198-4173-9A4C-270B57A15E15}"/>
    <dgm:cxn modelId="{124315F2-6871-44E9-BF5D-60FA85A48AC5}" type="presOf" srcId="{571800A1-F784-4BD1-8ED5-F4A38DED9334}" destId="{939EC2AC-5425-400E-B7ED-78BD68B7B7C2}" srcOrd="0" destOrd="0" presId="urn:microsoft.com/office/officeart/2005/8/layout/vList2"/>
    <dgm:cxn modelId="{6BB21AF8-41A7-4FE3-B603-752DB2E48A8D}" type="presOf" srcId="{D9E380D3-ACE2-4FC3-9357-30F8FBEDE161}" destId="{C7E85622-FB29-4BB5-BAEC-020EA11AC2AA}" srcOrd="0" destOrd="0" presId="urn:microsoft.com/office/officeart/2005/8/layout/vList2"/>
    <dgm:cxn modelId="{0DB2C503-4A6C-42B3-93FB-0066A18E0633}" type="presParOf" srcId="{F9E44A32-200B-47CB-89B1-44013F8C8DFA}" destId="{F3505ED3-94CA-42A3-AEBB-B2669B9D474A}" srcOrd="0" destOrd="0" presId="urn:microsoft.com/office/officeart/2005/8/layout/vList2"/>
    <dgm:cxn modelId="{60031C22-7A29-4815-BEA9-2DF5FAA126CC}" type="presParOf" srcId="{F9E44A32-200B-47CB-89B1-44013F8C8DFA}" destId="{E634252D-A866-4F71-9E48-9E718987AA5C}" srcOrd="1" destOrd="0" presId="urn:microsoft.com/office/officeart/2005/8/layout/vList2"/>
    <dgm:cxn modelId="{08B120E0-4D4D-46FE-AD17-593C4A3672A3}" type="presParOf" srcId="{F9E44A32-200B-47CB-89B1-44013F8C8DFA}" destId="{7393F93C-24E6-4D59-99AE-31D74326B3AA}" srcOrd="2" destOrd="0" presId="urn:microsoft.com/office/officeart/2005/8/layout/vList2"/>
    <dgm:cxn modelId="{AD22550F-9604-4C38-B28F-03C5D5288C35}" type="presParOf" srcId="{F9E44A32-200B-47CB-89B1-44013F8C8DFA}" destId="{5B4CAFB6-6864-46EB-AF67-3C40F0C16CFF}" srcOrd="3" destOrd="0" presId="urn:microsoft.com/office/officeart/2005/8/layout/vList2"/>
    <dgm:cxn modelId="{B76AE0E0-AB91-4673-B5F9-C9AF51566236}" type="presParOf" srcId="{F9E44A32-200B-47CB-89B1-44013F8C8DFA}" destId="{F9107D6F-FB34-4B90-B0B7-77ABF544BC20}" srcOrd="4" destOrd="0" presId="urn:microsoft.com/office/officeart/2005/8/layout/vList2"/>
    <dgm:cxn modelId="{056F8DCC-ECB2-4027-A79C-A6324A0E2036}" type="presParOf" srcId="{F9E44A32-200B-47CB-89B1-44013F8C8DFA}" destId="{6537C17C-9D73-4EFA-B480-4C515B3FE2E1}" srcOrd="5" destOrd="0" presId="urn:microsoft.com/office/officeart/2005/8/layout/vList2"/>
    <dgm:cxn modelId="{2E79FDD6-8464-451D-9213-2DE819798887}" type="presParOf" srcId="{F9E44A32-200B-47CB-89B1-44013F8C8DFA}" destId="{939EC2AC-5425-400E-B7ED-78BD68B7B7C2}" srcOrd="6" destOrd="0" presId="urn:microsoft.com/office/officeart/2005/8/layout/vList2"/>
    <dgm:cxn modelId="{39A256B7-8259-4964-BD83-CA996C65A3E5}" type="presParOf" srcId="{F9E44A32-200B-47CB-89B1-44013F8C8DFA}" destId="{02F080E3-5B0D-4B8D-B57A-9B8748654D20}" srcOrd="7" destOrd="0" presId="urn:microsoft.com/office/officeart/2005/8/layout/vList2"/>
    <dgm:cxn modelId="{810B2B9E-0CDB-4C23-9F3F-80FF99C920D4}" type="presParOf" srcId="{F9E44A32-200B-47CB-89B1-44013F8C8DFA}" destId="{C7E85622-FB29-4BB5-BAEC-020EA11AC2A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44C66F-8689-4AF8-9771-8AEF1471ABC5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1525DACB-A18F-4EEA-AFEC-314E5F7A12AA}">
      <dgm:prSet/>
      <dgm:spPr/>
      <dgm:t>
        <a:bodyPr/>
        <a:lstStyle/>
        <a:p>
          <a:r>
            <a:rPr lang="de-DE" dirty="0"/>
            <a:t>Drehung</a:t>
          </a:r>
        </a:p>
      </dgm:t>
    </dgm:pt>
    <dgm:pt modelId="{375F462B-98A8-44E2-A7C3-2BEB93E481C3}" type="parTrans" cxnId="{F17EECB0-D8C5-4F5A-90E7-E80B11F93CFF}">
      <dgm:prSet/>
      <dgm:spPr/>
      <dgm:t>
        <a:bodyPr/>
        <a:lstStyle/>
        <a:p>
          <a:endParaRPr lang="de-DE"/>
        </a:p>
      </dgm:t>
    </dgm:pt>
    <dgm:pt modelId="{2A40B089-9F55-44E6-A586-A7F697305F97}" type="sibTrans" cxnId="{F17EECB0-D8C5-4F5A-90E7-E80B11F93CFF}">
      <dgm:prSet/>
      <dgm:spPr/>
      <dgm:t>
        <a:bodyPr/>
        <a:lstStyle/>
        <a:p>
          <a:endParaRPr lang="de-DE"/>
        </a:p>
      </dgm:t>
    </dgm:pt>
    <dgm:pt modelId="{1D70E854-6D44-486E-9391-16182549EA95}">
      <dgm:prSet/>
      <dgm:spPr/>
      <dgm:t>
        <a:bodyPr/>
        <a:lstStyle/>
        <a:p>
          <a:r>
            <a:rPr lang="de-DE" dirty="0"/>
            <a:t>zu Raum fahren</a:t>
          </a:r>
        </a:p>
      </dgm:t>
    </dgm:pt>
    <dgm:pt modelId="{D2E1E890-D79A-4301-884D-95B6DF51DC59}" type="parTrans" cxnId="{B6173556-8B39-4587-BC2F-BED6DEE4BD80}">
      <dgm:prSet/>
      <dgm:spPr/>
      <dgm:t>
        <a:bodyPr/>
        <a:lstStyle/>
        <a:p>
          <a:endParaRPr lang="de-DE"/>
        </a:p>
      </dgm:t>
    </dgm:pt>
    <dgm:pt modelId="{1143893E-B73B-4355-A7D7-C1C02CB21AA6}" type="sibTrans" cxnId="{B6173556-8B39-4587-BC2F-BED6DEE4BD80}">
      <dgm:prSet/>
      <dgm:spPr/>
      <dgm:t>
        <a:bodyPr/>
        <a:lstStyle/>
        <a:p>
          <a:endParaRPr lang="de-DE"/>
        </a:p>
      </dgm:t>
    </dgm:pt>
    <dgm:pt modelId="{80DB2653-14C9-42C5-918A-A43166DEC571}">
      <dgm:prSet/>
      <dgm:spPr/>
      <dgm:t>
        <a:bodyPr/>
        <a:lstStyle/>
        <a:p>
          <a:r>
            <a:rPr lang="de-DE" dirty="0"/>
            <a:t>Gegenstand bringen</a:t>
          </a:r>
        </a:p>
      </dgm:t>
    </dgm:pt>
    <dgm:pt modelId="{DCF6A541-F171-47A5-8EF2-7D8E4EDE0E02}" type="parTrans" cxnId="{3F3818DF-19A4-478C-A3DF-6D96530F79B7}">
      <dgm:prSet/>
      <dgm:spPr/>
      <dgm:t>
        <a:bodyPr/>
        <a:lstStyle/>
        <a:p>
          <a:endParaRPr lang="de-DE"/>
        </a:p>
      </dgm:t>
    </dgm:pt>
    <dgm:pt modelId="{3235B9AF-CB5E-4235-A526-7D39A24E7A58}" type="sibTrans" cxnId="{3F3818DF-19A4-478C-A3DF-6D96530F79B7}">
      <dgm:prSet/>
      <dgm:spPr/>
      <dgm:t>
        <a:bodyPr/>
        <a:lstStyle/>
        <a:p>
          <a:endParaRPr lang="de-DE"/>
        </a:p>
      </dgm:t>
    </dgm:pt>
    <dgm:pt modelId="{9AAF7EDF-010A-403B-8A8F-EC447D92068B}">
      <dgm:prSet/>
      <dgm:spPr/>
      <dgm:t>
        <a:bodyPr/>
        <a:lstStyle/>
        <a:p>
          <a:r>
            <a:rPr lang="de-DE" dirty="0"/>
            <a:t>Nutzer ansprechen</a:t>
          </a:r>
        </a:p>
      </dgm:t>
    </dgm:pt>
    <dgm:pt modelId="{A5862004-1E05-4E99-8611-4F6F65C67397}" type="parTrans" cxnId="{2CD244FF-7C1D-4542-9131-7A48B6E7CD57}">
      <dgm:prSet/>
      <dgm:spPr/>
      <dgm:t>
        <a:bodyPr/>
        <a:lstStyle/>
        <a:p>
          <a:endParaRPr lang="de-DE"/>
        </a:p>
      </dgm:t>
    </dgm:pt>
    <dgm:pt modelId="{1F60F31B-B8EF-480E-A9FB-5D8BA9FBD3C8}" type="sibTrans" cxnId="{2CD244FF-7C1D-4542-9131-7A48B6E7CD57}">
      <dgm:prSet/>
      <dgm:spPr/>
      <dgm:t>
        <a:bodyPr/>
        <a:lstStyle/>
        <a:p>
          <a:endParaRPr lang="de-DE"/>
        </a:p>
      </dgm:t>
    </dgm:pt>
    <dgm:pt modelId="{D0072536-10E4-4A46-AD9B-80A589F17BE9}">
      <dgm:prSet/>
      <dgm:spPr/>
      <dgm:t>
        <a:bodyPr/>
        <a:lstStyle/>
        <a:p>
          <a:r>
            <a:rPr lang="de-DE" dirty="0"/>
            <a:t>aus dem Weg fahren</a:t>
          </a:r>
        </a:p>
      </dgm:t>
    </dgm:pt>
    <dgm:pt modelId="{AE0CD9E0-E3B2-44E1-AD60-A2FF41770831}" type="parTrans" cxnId="{EB61BEB9-E0CB-4819-82C5-801294F167EF}">
      <dgm:prSet/>
      <dgm:spPr/>
      <dgm:t>
        <a:bodyPr/>
        <a:lstStyle/>
        <a:p>
          <a:endParaRPr lang="de-DE"/>
        </a:p>
      </dgm:t>
    </dgm:pt>
    <dgm:pt modelId="{639FD2FD-0B6E-4A2D-80F9-7A12F4248603}" type="sibTrans" cxnId="{EB61BEB9-E0CB-4819-82C5-801294F167EF}">
      <dgm:prSet/>
      <dgm:spPr/>
      <dgm:t>
        <a:bodyPr/>
        <a:lstStyle/>
        <a:p>
          <a:endParaRPr lang="de-DE"/>
        </a:p>
      </dgm:t>
    </dgm:pt>
    <dgm:pt modelId="{7DE40D7B-5F0E-469D-8197-57EED7EC3688}">
      <dgm:prSet/>
      <dgm:spPr/>
      <dgm:t>
        <a:bodyPr/>
        <a:lstStyle/>
        <a:p>
          <a:r>
            <a:rPr lang="de-DE" dirty="0"/>
            <a:t> zurückkehren</a:t>
          </a:r>
        </a:p>
      </dgm:t>
    </dgm:pt>
    <dgm:pt modelId="{A8C10447-B7D7-4C4E-A2EF-C9CAD8E9B430}" type="parTrans" cxnId="{0A3EFD24-AA06-4652-A537-96950A5756C5}">
      <dgm:prSet/>
      <dgm:spPr/>
      <dgm:t>
        <a:bodyPr/>
        <a:lstStyle/>
        <a:p>
          <a:endParaRPr lang="de-DE"/>
        </a:p>
      </dgm:t>
    </dgm:pt>
    <dgm:pt modelId="{573C7F7F-131D-4131-BDD8-581FA6B8F435}" type="sibTrans" cxnId="{0A3EFD24-AA06-4652-A537-96950A5756C5}">
      <dgm:prSet/>
      <dgm:spPr/>
      <dgm:t>
        <a:bodyPr/>
        <a:lstStyle/>
        <a:p>
          <a:endParaRPr lang="de-DE"/>
        </a:p>
      </dgm:t>
    </dgm:pt>
    <dgm:pt modelId="{CE19517B-084F-4604-9085-D407AE9D4D44}" type="pres">
      <dgm:prSet presAssocID="{F244C66F-8689-4AF8-9771-8AEF1471ABC5}" presName="linear" presStyleCnt="0">
        <dgm:presLayoutVars>
          <dgm:dir/>
          <dgm:resizeHandles val="exact"/>
        </dgm:presLayoutVars>
      </dgm:prSet>
      <dgm:spPr/>
    </dgm:pt>
    <dgm:pt modelId="{F42BE03A-9474-4D65-AA59-A9DF34D66A13}" type="pres">
      <dgm:prSet presAssocID="{1525DACB-A18F-4EEA-AFEC-314E5F7A12AA}" presName="comp" presStyleCnt="0"/>
      <dgm:spPr/>
    </dgm:pt>
    <dgm:pt modelId="{5A8A1DA8-9E7C-4899-9767-80EAD0D379B3}" type="pres">
      <dgm:prSet presAssocID="{1525DACB-A18F-4EEA-AFEC-314E5F7A12AA}" presName="box" presStyleLbl="node1" presStyleIdx="0" presStyleCnt="6"/>
      <dgm:spPr/>
    </dgm:pt>
    <dgm:pt modelId="{55916C73-BD82-4317-82F7-BAD3663A7FE9}" type="pres">
      <dgm:prSet presAssocID="{1525DACB-A18F-4EEA-AFEC-314E5F7A12AA}" presName="img" presStyleLbl="fgImgPlace1" presStyleIdx="0" presStyleCnt="6" custScaleX="57625" custScaleY="118824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6D45F132-869C-4D39-990F-2EB94BC796CD}" type="pres">
      <dgm:prSet presAssocID="{1525DACB-A18F-4EEA-AFEC-314E5F7A12AA}" presName="text" presStyleLbl="node1" presStyleIdx="0" presStyleCnt="6">
        <dgm:presLayoutVars>
          <dgm:bulletEnabled val="1"/>
        </dgm:presLayoutVars>
      </dgm:prSet>
      <dgm:spPr/>
    </dgm:pt>
    <dgm:pt modelId="{BC7511A1-A0E3-45DF-9751-878E4466100C}" type="pres">
      <dgm:prSet presAssocID="{2A40B089-9F55-44E6-A586-A7F697305F97}" presName="spacer" presStyleCnt="0"/>
      <dgm:spPr/>
    </dgm:pt>
    <dgm:pt modelId="{A6E59C19-98FC-4758-9022-F510537D71CF}" type="pres">
      <dgm:prSet presAssocID="{1D70E854-6D44-486E-9391-16182549EA95}" presName="comp" presStyleCnt="0"/>
      <dgm:spPr/>
    </dgm:pt>
    <dgm:pt modelId="{2E1F9F8A-60C2-4F3E-B7AA-84D1CF9636C0}" type="pres">
      <dgm:prSet presAssocID="{1D70E854-6D44-486E-9391-16182549EA95}" presName="box" presStyleLbl="node1" presStyleIdx="1" presStyleCnt="6"/>
      <dgm:spPr/>
    </dgm:pt>
    <dgm:pt modelId="{9C3E831E-00D7-4E00-AE6A-F8569392BC94}" type="pres">
      <dgm:prSet presAssocID="{1D70E854-6D44-486E-9391-16182549EA95}" presName="img" presStyleLbl="fgImgPlace1" presStyleIdx="1" presStyleCnt="6" custScaleX="55581" custScaleY="125836" custLinFactNeighborX="514" custLinFactNeighborY="14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2000" b="-2000"/>
          </a:stretch>
        </a:blipFill>
      </dgm:spPr>
    </dgm:pt>
    <dgm:pt modelId="{8914F8CE-FD19-4599-B42F-6302CF35F85B}" type="pres">
      <dgm:prSet presAssocID="{1D70E854-6D44-486E-9391-16182549EA95}" presName="text" presStyleLbl="node1" presStyleIdx="1" presStyleCnt="6">
        <dgm:presLayoutVars>
          <dgm:bulletEnabled val="1"/>
        </dgm:presLayoutVars>
      </dgm:prSet>
      <dgm:spPr/>
    </dgm:pt>
    <dgm:pt modelId="{9B712E0B-CAAC-4520-AD33-C4E69CCC4086}" type="pres">
      <dgm:prSet presAssocID="{1143893E-B73B-4355-A7D7-C1C02CB21AA6}" presName="spacer" presStyleCnt="0"/>
      <dgm:spPr/>
    </dgm:pt>
    <dgm:pt modelId="{E1B6AF08-5C4A-4180-866F-8FC5C29D9F4C}" type="pres">
      <dgm:prSet presAssocID="{80DB2653-14C9-42C5-918A-A43166DEC571}" presName="comp" presStyleCnt="0"/>
      <dgm:spPr/>
    </dgm:pt>
    <dgm:pt modelId="{65370D36-8F29-456D-8093-A833EE93C515}" type="pres">
      <dgm:prSet presAssocID="{80DB2653-14C9-42C5-918A-A43166DEC571}" presName="box" presStyleLbl="node1" presStyleIdx="2" presStyleCnt="6"/>
      <dgm:spPr/>
    </dgm:pt>
    <dgm:pt modelId="{935385C0-FF92-4465-AFF5-AB9B97A02B00}" type="pres">
      <dgm:prSet presAssocID="{80DB2653-14C9-42C5-918A-A43166DEC571}" presName="img" presStyleLbl="fgImgPlace1" presStyleIdx="2" presStyleCnt="6" custScaleX="54567" custScaleY="126564" custLinFactNeighborX="1543" custLinFactNeighborY="269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</dgm:spPr>
    </dgm:pt>
    <dgm:pt modelId="{B9FBB381-4E42-477E-86BA-AAC1394A3314}" type="pres">
      <dgm:prSet presAssocID="{80DB2653-14C9-42C5-918A-A43166DEC571}" presName="text" presStyleLbl="node1" presStyleIdx="2" presStyleCnt="6">
        <dgm:presLayoutVars>
          <dgm:bulletEnabled val="1"/>
        </dgm:presLayoutVars>
      </dgm:prSet>
      <dgm:spPr/>
    </dgm:pt>
    <dgm:pt modelId="{04DB7B21-09C7-4872-A190-471AC6461AB9}" type="pres">
      <dgm:prSet presAssocID="{3235B9AF-CB5E-4235-A526-7D39A24E7A58}" presName="spacer" presStyleCnt="0"/>
      <dgm:spPr/>
    </dgm:pt>
    <dgm:pt modelId="{E36B2C12-F66D-4C37-BF4B-45EADEEABB90}" type="pres">
      <dgm:prSet presAssocID="{9AAF7EDF-010A-403B-8A8F-EC447D92068B}" presName="comp" presStyleCnt="0"/>
      <dgm:spPr/>
    </dgm:pt>
    <dgm:pt modelId="{2ECE8B53-FE1A-4DA5-B643-FA3EB9D3FACC}" type="pres">
      <dgm:prSet presAssocID="{9AAF7EDF-010A-403B-8A8F-EC447D92068B}" presName="box" presStyleLbl="node1" presStyleIdx="3" presStyleCnt="6"/>
      <dgm:spPr/>
    </dgm:pt>
    <dgm:pt modelId="{0937F075-AB43-4E41-87E5-E4FEC977574A}" type="pres">
      <dgm:prSet presAssocID="{9AAF7EDF-010A-403B-8A8F-EC447D92068B}" presName="img" presStyleLbl="fgImgPlace1" presStyleIdx="3" presStyleCnt="6" custScaleX="58162" custScaleY="117936" custLinFactNeighborX="2573" custLinFactNeighborY="1976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/>
          <a:stretch>
            <a:fillRect/>
          </a:stretch>
        </a:blipFill>
      </dgm:spPr>
    </dgm:pt>
    <dgm:pt modelId="{07DD7521-E1B3-4D73-BB09-786326438B83}" type="pres">
      <dgm:prSet presAssocID="{9AAF7EDF-010A-403B-8A8F-EC447D92068B}" presName="text" presStyleLbl="node1" presStyleIdx="3" presStyleCnt="6">
        <dgm:presLayoutVars>
          <dgm:bulletEnabled val="1"/>
        </dgm:presLayoutVars>
      </dgm:prSet>
      <dgm:spPr/>
    </dgm:pt>
    <dgm:pt modelId="{A215117E-F621-4EE7-A871-09F1D9F299B4}" type="pres">
      <dgm:prSet presAssocID="{1F60F31B-B8EF-480E-A9FB-5D8BA9FBD3C8}" presName="spacer" presStyleCnt="0"/>
      <dgm:spPr/>
    </dgm:pt>
    <dgm:pt modelId="{747362E0-BB4F-4903-B04C-0E33770CA9F1}" type="pres">
      <dgm:prSet presAssocID="{D0072536-10E4-4A46-AD9B-80A589F17BE9}" presName="comp" presStyleCnt="0"/>
      <dgm:spPr/>
    </dgm:pt>
    <dgm:pt modelId="{E2B15E2C-D24E-4F2A-948E-582842B35933}" type="pres">
      <dgm:prSet presAssocID="{D0072536-10E4-4A46-AD9B-80A589F17BE9}" presName="box" presStyleLbl="node1" presStyleIdx="4" presStyleCnt="6"/>
      <dgm:spPr/>
    </dgm:pt>
    <dgm:pt modelId="{0B90FDD1-1C90-4F97-B970-EDE63D615DAD}" type="pres">
      <dgm:prSet presAssocID="{D0072536-10E4-4A46-AD9B-80A589F17BE9}" presName="img" presStyleLbl="fgImgPlace1" presStyleIdx="4" presStyleCnt="6" custScaleX="56116" custScaleY="120057" custLinFactNeighborX="3086" custLinFactNeighborY="1553"/>
      <dgm:spPr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/>
          <a:stretch>
            <a:fillRect l="-7000" r="-7000"/>
          </a:stretch>
        </a:blipFill>
      </dgm:spPr>
    </dgm:pt>
    <dgm:pt modelId="{9223E8F1-A9FF-477E-A08C-B620EB7D8192}" type="pres">
      <dgm:prSet presAssocID="{D0072536-10E4-4A46-AD9B-80A589F17BE9}" presName="text" presStyleLbl="node1" presStyleIdx="4" presStyleCnt="6">
        <dgm:presLayoutVars>
          <dgm:bulletEnabled val="1"/>
        </dgm:presLayoutVars>
      </dgm:prSet>
      <dgm:spPr/>
    </dgm:pt>
    <dgm:pt modelId="{95EA36FD-26FC-4381-A384-777707D53C19}" type="pres">
      <dgm:prSet presAssocID="{639FD2FD-0B6E-4A2D-80F9-7A12F4248603}" presName="spacer" presStyleCnt="0"/>
      <dgm:spPr/>
    </dgm:pt>
    <dgm:pt modelId="{52E9FC4C-5CBD-4FAA-B47B-8404B0682280}" type="pres">
      <dgm:prSet presAssocID="{7DE40D7B-5F0E-469D-8197-57EED7EC3688}" presName="comp" presStyleCnt="0"/>
      <dgm:spPr/>
    </dgm:pt>
    <dgm:pt modelId="{6CC54D3B-E06D-4801-B4F5-52A3FEA74FBE}" type="pres">
      <dgm:prSet presAssocID="{7DE40D7B-5F0E-469D-8197-57EED7EC3688}" presName="box" presStyleLbl="node1" presStyleIdx="5" presStyleCnt="6"/>
      <dgm:spPr/>
    </dgm:pt>
    <dgm:pt modelId="{280279AB-BBD6-417C-9A69-4F2F15BDDC13}" type="pres">
      <dgm:prSet presAssocID="{7DE40D7B-5F0E-469D-8197-57EED7EC3688}" presName="img" presStyleLbl="fgImgPlace1" presStyleIdx="5" presStyleCnt="6" custScaleX="57146" custScaleY="130005" custLinFactNeighborX="3601" custLinFactNeighborY="608"/>
      <dgm:spPr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/>
          <a:stretch>
            <a:fillRect/>
          </a:stretch>
        </a:blipFill>
      </dgm:spPr>
    </dgm:pt>
    <dgm:pt modelId="{E7590E2F-8D4D-48CD-B78E-C385FE496647}" type="pres">
      <dgm:prSet presAssocID="{7DE40D7B-5F0E-469D-8197-57EED7EC3688}" presName="text" presStyleLbl="node1" presStyleIdx="5" presStyleCnt="6">
        <dgm:presLayoutVars>
          <dgm:bulletEnabled val="1"/>
        </dgm:presLayoutVars>
      </dgm:prSet>
      <dgm:spPr/>
    </dgm:pt>
  </dgm:ptLst>
  <dgm:cxnLst>
    <dgm:cxn modelId="{B879ED03-3743-4C23-8333-6CC1E1C053E1}" type="presOf" srcId="{1525DACB-A18F-4EEA-AFEC-314E5F7A12AA}" destId="{5A8A1DA8-9E7C-4899-9767-80EAD0D379B3}" srcOrd="0" destOrd="0" presId="urn:microsoft.com/office/officeart/2005/8/layout/vList4"/>
    <dgm:cxn modelId="{CD863D15-1B38-45E7-A369-D587562C5AE7}" type="presOf" srcId="{D0072536-10E4-4A46-AD9B-80A589F17BE9}" destId="{9223E8F1-A9FF-477E-A08C-B620EB7D8192}" srcOrd="1" destOrd="0" presId="urn:microsoft.com/office/officeart/2005/8/layout/vList4"/>
    <dgm:cxn modelId="{D48A3D1C-DA1D-4B45-8396-4F1FBC3821B9}" type="presOf" srcId="{F244C66F-8689-4AF8-9771-8AEF1471ABC5}" destId="{CE19517B-084F-4604-9085-D407AE9D4D44}" srcOrd="0" destOrd="0" presId="urn:microsoft.com/office/officeart/2005/8/layout/vList4"/>
    <dgm:cxn modelId="{0A3EFD24-AA06-4652-A537-96950A5756C5}" srcId="{F244C66F-8689-4AF8-9771-8AEF1471ABC5}" destId="{7DE40D7B-5F0E-469D-8197-57EED7EC3688}" srcOrd="5" destOrd="0" parTransId="{A8C10447-B7D7-4C4E-A2EF-C9CAD8E9B430}" sibTransId="{573C7F7F-131D-4131-BDD8-581FA6B8F435}"/>
    <dgm:cxn modelId="{A56D1C2A-AD59-4A3F-8F5A-C4C4C07875D3}" type="presOf" srcId="{7DE40D7B-5F0E-469D-8197-57EED7EC3688}" destId="{E7590E2F-8D4D-48CD-B78E-C385FE496647}" srcOrd="1" destOrd="0" presId="urn:microsoft.com/office/officeart/2005/8/layout/vList4"/>
    <dgm:cxn modelId="{96D63331-3835-47DC-85EA-ED62A89FA23F}" type="presOf" srcId="{9AAF7EDF-010A-403B-8A8F-EC447D92068B}" destId="{2ECE8B53-FE1A-4DA5-B643-FA3EB9D3FACC}" srcOrd="0" destOrd="0" presId="urn:microsoft.com/office/officeart/2005/8/layout/vList4"/>
    <dgm:cxn modelId="{7C0F876B-6A08-4DCA-B214-A65C027E2B4A}" type="presOf" srcId="{7DE40D7B-5F0E-469D-8197-57EED7EC3688}" destId="{6CC54D3B-E06D-4801-B4F5-52A3FEA74FBE}" srcOrd="0" destOrd="0" presId="urn:microsoft.com/office/officeart/2005/8/layout/vList4"/>
    <dgm:cxn modelId="{EBBEDD4E-3C19-4DCC-B735-E117CE780B91}" type="presOf" srcId="{80DB2653-14C9-42C5-918A-A43166DEC571}" destId="{65370D36-8F29-456D-8093-A833EE93C515}" srcOrd="0" destOrd="0" presId="urn:microsoft.com/office/officeart/2005/8/layout/vList4"/>
    <dgm:cxn modelId="{B6173556-8B39-4587-BC2F-BED6DEE4BD80}" srcId="{F244C66F-8689-4AF8-9771-8AEF1471ABC5}" destId="{1D70E854-6D44-486E-9391-16182549EA95}" srcOrd="1" destOrd="0" parTransId="{D2E1E890-D79A-4301-884D-95B6DF51DC59}" sibTransId="{1143893E-B73B-4355-A7D7-C1C02CB21AA6}"/>
    <dgm:cxn modelId="{35419B79-F435-4FEC-A585-8AEBE86BDFC3}" type="presOf" srcId="{D0072536-10E4-4A46-AD9B-80A589F17BE9}" destId="{E2B15E2C-D24E-4F2A-948E-582842B35933}" srcOrd="0" destOrd="0" presId="urn:microsoft.com/office/officeart/2005/8/layout/vList4"/>
    <dgm:cxn modelId="{F17EECB0-D8C5-4F5A-90E7-E80B11F93CFF}" srcId="{F244C66F-8689-4AF8-9771-8AEF1471ABC5}" destId="{1525DACB-A18F-4EEA-AFEC-314E5F7A12AA}" srcOrd="0" destOrd="0" parTransId="{375F462B-98A8-44E2-A7C3-2BEB93E481C3}" sibTransId="{2A40B089-9F55-44E6-A586-A7F697305F97}"/>
    <dgm:cxn modelId="{EB61BEB9-E0CB-4819-82C5-801294F167EF}" srcId="{F244C66F-8689-4AF8-9771-8AEF1471ABC5}" destId="{D0072536-10E4-4A46-AD9B-80A589F17BE9}" srcOrd="4" destOrd="0" parTransId="{AE0CD9E0-E3B2-44E1-AD60-A2FF41770831}" sibTransId="{639FD2FD-0B6E-4A2D-80F9-7A12F4248603}"/>
    <dgm:cxn modelId="{4BFD92BC-C3FE-4F75-8A8F-F6C3353CEED1}" type="presOf" srcId="{80DB2653-14C9-42C5-918A-A43166DEC571}" destId="{B9FBB381-4E42-477E-86BA-AAC1394A3314}" srcOrd="1" destOrd="0" presId="urn:microsoft.com/office/officeart/2005/8/layout/vList4"/>
    <dgm:cxn modelId="{1CC42BCD-6457-47B1-B98A-313379A30394}" type="presOf" srcId="{9AAF7EDF-010A-403B-8A8F-EC447D92068B}" destId="{07DD7521-E1B3-4D73-BB09-786326438B83}" srcOrd="1" destOrd="0" presId="urn:microsoft.com/office/officeart/2005/8/layout/vList4"/>
    <dgm:cxn modelId="{536DFECF-9718-4962-9F6B-8805D99E7BC8}" type="presOf" srcId="{1D70E854-6D44-486E-9391-16182549EA95}" destId="{2E1F9F8A-60C2-4F3E-B7AA-84D1CF9636C0}" srcOrd="0" destOrd="0" presId="urn:microsoft.com/office/officeart/2005/8/layout/vList4"/>
    <dgm:cxn modelId="{3F3818DF-19A4-478C-A3DF-6D96530F79B7}" srcId="{F244C66F-8689-4AF8-9771-8AEF1471ABC5}" destId="{80DB2653-14C9-42C5-918A-A43166DEC571}" srcOrd="2" destOrd="0" parTransId="{DCF6A541-F171-47A5-8EF2-7D8E4EDE0E02}" sibTransId="{3235B9AF-CB5E-4235-A526-7D39A24E7A58}"/>
    <dgm:cxn modelId="{B7D3D1E9-1427-48D6-98FC-94F11D7011E5}" type="presOf" srcId="{1525DACB-A18F-4EEA-AFEC-314E5F7A12AA}" destId="{6D45F132-869C-4D39-990F-2EB94BC796CD}" srcOrd="1" destOrd="0" presId="urn:microsoft.com/office/officeart/2005/8/layout/vList4"/>
    <dgm:cxn modelId="{38FAD1FE-2DF6-4AF2-8A5F-66F0596A8F08}" type="presOf" srcId="{1D70E854-6D44-486E-9391-16182549EA95}" destId="{8914F8CE-FD19-4599-B42F-6302CF35F85B}" srcOrd="1" destOrd="0" presId="urn:microsoft.com/office/officeart/2005/8/layout/vList4"/>
    <dgm:cxn modelId="{2CD244FF-7C1D-4542-9131-7A48B6E7CD57}" srcId="{F244C66F-8689-4AF8-9771-8AEF1471ABC5}" destId="{9AAF7EDF-010A-403B-8A8F-EC447D92068B}" srcOrd="3" destOrd="0" parTransId="{A5862004-1E05-4E99-8611-4F6F65C67397}" sibTransId="{1F60F31B-B8EF-480E-A9FB-5D8BA9FBD3C8}"/>
    <dgm:cxn modelId="{871B2D72-8C55-4E5B-B99B-AEB993DF48B6}" type="presParOf" srcId="{CE19517B-084F-4604-9085-D407AE9D4D44}" destId="{F42BE03A-9474-4D65-AA59-A9DF34D66A13}" srcOrd="0" destOrd="0" presId="urn:microsoft.com/office/officeart/2005/8/layout/vList4"/>
    <dgm:cxn modelId="{114B8CEB-0DBA-452F-B192-E67EAF0DDE02}" type="presParOf" srcId="{F42BE03A-9474-4D65-AA59-A9DF34D66A13}" destId="{5A8A1DA8-9E7C-4899-9767-80EAD0D379B3}" srcOrd="0" destOrd="0" presId="urn:microsoft.com/office/officeart/2005/8/layout/vList4"/>
    <dgm:cxn modelId="{3EDD5DA0-6FB4-461E-949B-F2417427A5C5}" type="presParOf" srcId="{F42BE03A-9474-4D65-AA59-A9DF34D66A13}" destId="{55916C73-BD82-4317-82F7-BAD3663A7FE9}" srcOrd="1" destOrd="0" presId="urn:microsoft.com/office/officeart/2005/8/layout/vList4"/>
    <dgm:cxn modelId="{14A2C818-7489-4AB5-974D-0D3FF53A073C}" type="presParOf" srcId="{F42BE03A-9474-4D65-AA59-A9DF34D66A13}" destId="{6D45F132-869C-4D39-990F-2EB94BC796CD}" srcOrd="2" destOrd="0" presId="urn:microsoft.com/office/officeart/2005/8/layout/vList4"/>
    <dgm:cxn modelId="{CEFAD461-0C97-4C18-B813-2531C093D344}" type="presParOf" srcId="{CE19517B-084F-4604-9085-D407AE9D4D44}" destId="{BC7511A1-A0E3-45DF-9751-878E4466100C}" srcOrd="1" destOrd="0" presId="urn:microsoft.com/office/officeart/2005/8/layout/vList4"/>
    <dgm:cxn modelId="{88C27356-A514-4F33-AC04-8F76A9B2FCC2}" type="presParOf" srcId="{CE19517B-084F-4604-9085-D407AE9D4D44}" destId="{A6E59C19-98FC-4758-9022-F510537D71CF}" srcOrd="2" destOrd="0" presId="urn:microsoft.com/office/officeart/2005/8/layout/vList4"/>
    <dgm:cxn modelId="{35C1DA98-7537-4CAC-AECA-3D5FB1564D4A}" type="presParOf" srcId="{A6E59C19-98FC-4758-9022-F510537D71CF}" destId="{2E1F9F8A-60C2-4F3E-B7AA-84D1CF9636C0}" srcOrd="0" destOrd="0" presId="urn:microsoft.com/office/officeart/2005/8/layout/vList4"/>
    <dgm:cxn modelId="{9B8113A0-7E82-49C0-B22F-DC78AB551F1A}" type="presParOf" srcId="{A6E59C19-98FC-4758-9022-F510537D71CF}" destId="{9C3E831E-00D7-4E00-AE6A-F8569392BC94}" srcOrd="1" destOrd="0" presId="urn:microsoft.com/office/officeart/2005/8/layout/vList4"/>
    <dgm:cxn modelId="{78F9C1E9-8052-4DE0-A47B-C2BCB68C926C}" type="presParOf" srcId="{A6E59C19-98FC-4758-9022-F510537D71CF}" destId="{8914F8CE-FD19-4599-B42F-6302CF35F85B}" srcOrd="2" destOrd="0" presId="urn:microsoft.com/office/officeart/2005/8/layout/vList4"/>
    <dgm:cxn modelId="{450BE716-1ACF-408B-BE7D-0D56BF528354}" type="presParOf" srcId="{CE19517B-084F-4604-9085-D407AE9D4D44}" destId="{9B712E0B-CAAC-4520-AD33-C4E69CCC4086}" srcOrd="3" destOrd="0" presId="urn:microsoft.com/office/officeart/2005/8/layout/vList4"/>
    <dgm:cxn modelId="{74712B5D-7300-43E2-8690-3EB3BE35D368}" type="presParOf" srcId="{CE19517B-084F-4604-9085-D407AE9D4D44}" destId="{E1B6AF08-5C4A-4180-866F-8FC5C29D9F4C}" srcOrd="4" destOrd="0" presId="urn:microsoft.com/office/officeart/2005/8/layout/vList4"/>
    <dgm:cxn modelId="{D1086A9D-F6BF-49D0-B3CC-BCFB945CCCBD}" type="presParOf" srcId="{E1B6AF08-5C4A-4180-866F-8FC5C29D9F4C}" destId="{65370D36-8F29-456D-8093-A833EE93C515}" srcOrd="0" destOrd="0" presId="urn:microsoft.com/office/officeart/2005/8/layout/vList4"/>
    <dgm:cxn modelId="{C655BA49-B533-42AD-ADF9-D2E373008B26}" type="presParOf" srcId="{E1B6AF08-5C4A-4180-866F-8FC5C29D9F4C}" destId="{935385C0-FF92-4465-AFF5-AB9B97A02B00}" srcOrd="1" destOrd="0" presId="urn:microsoft.com/office/officeart/2005/8/layout/vList4"/>
    <dgm:cxn modelId="{14541DBC-58D5-4C4E-A082-E68975D228AC}" type="presParOf" srcId="{E1B6AF08-5C4A-4180-866F-8FC5C29D9F4C}" destId="{B9FBB381-4E42-477E-86BA-AAC1394A3314}" srcOrd="2" destOrd="0" presId="urn:microsoft.com/office/officeart/2005/8/layout/vList4"/>
    <dgm:cxn modelId="{870A8E2C-596E-440B-B591-59FBA21D9105}" type="presParOf" srcId="{CE19517B-084F-4604-9085-D407AE9D4D44}" destId="{04DB7B21-09C7-4872-A190-471AC6461AB9}" srcOrd="5" destOrd="0" presId="urn:microsoft.com/office/officeart/2005/8/layout/vList4"/>
    <dgm:cxn modelId="{EF7A46C8-55A5-41DB-B498-348D933F2A97}" type="presParOf" srcId="{CE19517B-084F-4604-9085-D407AE9D4D44}" destId="{E36B2C12-F66D-4C37-BF4B-45EADEEABB90}" srcOrd="6" destOrd="0" presId="urn:microsoft.com/office/officeart/2005/8/layout/vList4"/>
    <dgm:cxn modelId="{3F188807-61D9-47AF-94AE-A8622F9AD897}" type="presParOf" srcId="{E36B2C12-F66D-4C37-BF4B-45EADEEABB90}" destId="{2ECE8B53-FE1A-4DA5-B643-FA3EB9D3FACC}" srcOrd="0" destOrd="0" presId="urn:microsoft.com/office/officeart/2005/8/layout/vList4"/>
    <dgm:cxn modelId="{28EE541E-ACA5-464C-B8D8-B66744ACD671}" type="presParOf" srcId="{E36B2C12-F66D-4C37-BF4B-45EADEEABB90}" destId="{0937F075-AB43-4E41-87E5-E4FEC977574A}" srcOrd="1" destOrd="0" presId="urn:microsoft.com/office/officeart/2005/8/layout/vList4"/>
    <dgm:cxn modelId="{CF292B94-F5D0-41DA-967F-954D2289986A}" type="presParOf" srcId="{E36B2C12-F66D-4C37-BF4B-45EADEEABB90}" destId="{07DD7521-E1B3-4D73-BB09-786326438B83}" srcOrd="2" destOrd="0" presId="urn:microsoft.com/office/officeart/2005/8/layout/vList4"/>
    <dgm:cxn modelId="{B451F817-BC11-424C-90A4-2FCE1D0725D4}" type="presParOf" srcId="{CE19517B-084F-4604-9085-D407AE9D4D44}" destId="{A215117E-F621-4EE7-A871-09F1D9F299B4}" srcOrd="7" destOrd="0" presId="urn:microsoft.com/office/officeart/2005/8/layout/vList4"/>
    <dgm:cxn modelId="{CBEF43C9-CCDB-471E-B885-78C7EE69E348}" type="presParOf" srcId="{CE19517B-084F-4604-9085-D407AE9D4D44}" destId="{747362E0-BB4F-4903-B04C-0E33770CA9F1}" srcOrd="8" destOrd="0" presId="urn:microsoft.com/office/officeart/2005/8/layout/vList4"/>
    <dgm:cxn modelId="{3CA062B1-1CF5-4D50-87B1-39C53CF7BBFE}" type="presParOf" srcId="{747362E0-BB4F-4903-B04C-0E33770CA9F1}" destId="{E2B15E2C-D24E-4F2A-948E-582842B35933}" srcOrd="0" destOrd="0" presId="urn:microsoft.com/office/officeart/2005/8/layout/vList4"/>
    <dgm:cxn modelId="{A456EC5F-CC4B-4FFC-B8B0-4B718C91081A}" type="presParOf" srcId="{747362E0-BB4F-4903-B04C-0E33770CA9F1}" destId="{0B90FDD1-1C90-4F97-B970-EDE63D615DAD}" srcOrd="1" destOrd="0" presId="urn:microsoft.com/office/officeart/2005/8/layout/vList4"/>
    <dgm:cxn modelId="{6A87D3C1-B794-4161-A0CF-3F1563767A4F}" type="presParOf" srcId="{747362E0-BB4F-4903-B04C-0E33770CA9F1}" destId="{9223E8F1-A9FF-477E-A08C-B620EB7D8192}" srcOrd="2" destOrd="0" presId="urn:microsoft.com/office/officeart/2005/8/layout/vList4"/>
    <dgm:cxn modelId="{6AE8ABA3-D879-4F70-9A5F-C6A2F6753A88}" type="presParOf" srcId="{CE19517B-084F-4604-9085-D407AE9D4D44}" destId="{95EA36FD-26FC-4381-A384-777707D53C19}" srcOrd="9" destOrd="0" presId="urn:microsoft.com/office/officeart/2005/8/layout/vList4"/>
    <dgm:cxn modelId="{7A9EA918-C930-486D-9787-C8D68CDB2CB7}" type="presParOf" srcId="{CE19517B-084F-4604-9085-D407AE9D4D44}" destId="{52E9FC4C-5CBD-4FAA-B47B-8404B0682280}" srcOrd="10" destOrd="0" presId="urn:microsoft.com/office/officeart/2005/8/layout/vList4"/>
    <dgm:cxn modelId="{9C94656A-D0A9-4ADE-AAE8-149A69B918C6}" type="presParOf" srcId="{52E9FC4C-5CBD-4FAA-B47B-8404B0682280}" destId="{6CC54D3B-E06D-4801-B4F5-52A3FEA74FBE}" srcOrd="0" destOrd="0" presId="urn:microsoft.com/office/officeart/2005/8/layout/vList4"/>
    <dgm:cxn modelId="{0ABAF8AC-A6E1-432B-A96A-EBA45040691D}" type="presParOf" srcId="{52E9FC4C-5CBD-4FAA-B47B-8404B0682280}" destId="{280279AB-BBD6-417C-9A69-4F2F15BDDC13}" srcOrd="1" destOrd="0" presId="urn:microsoft.com/office/officeart/2005/8/layout/vList4"/>
    <dgm:cxn modelId="{D55B7DF1-EA55-4539-AA70-8324A51BE7AD}" type="presParOf" srcId="{52E9FC4C-5CBD-4FAA-B47B-8404B0682280}" destId="{E7590E2F-8D4D-48CD-B78E-C385FE49664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9A7FE03-7CF6-4F09-8213-33F0C4DC92E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4E298EC-2A29-448D-A729-6D823B3B2770}">
      <dgm:prSet/>
      <dgm:spPr/>
      <dgm:t>
        <a:bodyPr/>
        <a:lstStyle/>
        <a:p>
          <a:r>
            <a:rPr lang="de-DE" dirty="0"/>
            <a:t>Hypothesen</a:t>
          </a:r>
        </a:p>
      </dgm:t>
    </dgm:pt>
    <dgm:pt modelId="{ABAFA18C-48F0-45FE-A75F-2F695AE0E53D}" type="parTrans" cxnId="{D4EA7C88-D728-4119-8B73-560444EB856E}">
      <dgm:prSet/>
      <dgm:spPr/>
      <dgm:t>
        <a:bodyPr/>
        <a:lstStyle/>
        <a:p>
          <a:endParaRPr lang="de-DE"/>
        </a:p>
      </dgm:t>
    </dgm:pt>
    <dgm:pt modelId="{4F37EA4D-EDA6-4862-BA7C-E0259C1634D9}" type="sibTrans" cxnId="{D4EA7C88-D728-4119-8B73-560444EB856E}">
      <dgm:prSet/>
      <dgm:spPr/>
      <dgm:t>
        <a:bodyPr/>
        <a:lstStyle/>
        <a:p>
          <a:endParaRPr lang="de-DE"/>
        </a:p>
      </dgm:t>
    </dgm:pt>
    <dgm:pt modelId="{ADBBFF63-0505-458F-922A-179E0CD2F561}">
      <dgm:prSet/>
      <dgm:spPr/>
      <dgm:t>
        <a:bodyPr/>
        <a:lstStyle/>
        <a:p>
          <a:r>
            <a:rPr lang="de-DE"/>
            <a:t>Nutzung ist selbsterklärend</a:t>
          </a:r>
        </a:p>
      </dgm:t>
    </dgm:pt>
    <dgm:pt modelId="{85AA027B-966C-413D-B933-0AE56B3E9901}" type="parTrans" cxnId="{6F1AA64D-4EBE-482F-A24D-6AB201BE10A9}">
      <dgm:prSet/>
      <dgm:spPr/>
      <dgm:t>
        <a:bodyPr/>
        <a:lstStyle/>
        <a:p>
          <a:endParaRPr lang="de-DE"/>
        </a:p>
      </dgm:t>
    </dgm:pt>
    <dgm:pt modelId="{89BA8FBB-B827-49DD-9AA5-36FC4C274D21}" type="sibTrans" cxnId="{6F1AA64D-4EBE-482F-A24D-6AB201BE10A9}">
      <dgm:prSet/>
      <dgm:spPr/>
      <dgm:t>
        <a:bodyPr/>
        <a:lstStyle/>
        <a:p>
          <a:endParaRPr lang="de-DE"/>
        </a:p>
      </dgm:t>
    </dgm:pt>
    <dgm:pt modelId="{4C1110F0-40B0-408D-99DE-2B86F1F155AB}">
      <dgm:prSet/>
      <dgm:spPr/>
      <dgm:t>
        <a:bodyPr/>
        <a:lstStyle/>
        <a:p>
          <a:r>
            <a:rPr lang="de-DE" dirty="0"/>
            <a:t>Gefühl von Natürlichkeit</a:t>
          </a:r>
        </a:p>
      </dgm:t>
    </dgm:pt>
    <dgm:pt modelId="{C6639014-84AF-42FB-8A61-8AB3701BA6FE}" type="parTrans" cxnId="{D2A0AB6F-71F0-4646-8C11-CD79EA6E8A06}">
      <dgm:prSet/>
      <dgm:spPr/>
      <dgm:t>
        <a:bodyPr/>
        <a:lstStyle/>
        <a:p>
          <a:endParaRPr lang="de-DE"/>
        </a:p>
      </dgm:t>
    </dgm:pt>
    <dgm:pt modelId="{566FEAB1-5063-4CC8-A533-8504E9745C94}" type="sibTrans" cxnId="{D2A0AB6F-71F0-4646-8C11-CD79EA6E8A06}">
      <dgm:prSet/>
      <dgm:spPr/>
      <dgm:t>
        <a:bodyPr/>
        <a:lstStyle/>
        <a:p>
          <a:endParaRPr lang="de-DE"/>
        </a:p>
      </dgm:t>
    </dgm:pt>
    <dgm:pt modelId="{61DE167A-B4CB-406F-B292-6C82B9619EAD}">
      <dgm:prSet/>
      <dgm:spPr/>
      <dgm:t>
        <a:bodyPr/>
        <a:lstStyle/>
        <a:p>
          <a:r>
            <a:rPr lang="de-DE"/>
            <a:t>Datenschutz erhöht Bereitschaft zur Nutzung</a:t>
          </a:r>
        </a:p>
      </dgm:t>
    </dgm:pt>
    <dgm:pt modelId="{D3E1B8F4-14BE-4622-B048-6512EF15EFF1}" type="parTrans" cxnId="{7EE006F9-ADDE-4159-890A-B0AC7A19F02D}">
      <dgm:prSet/>
      <dgm:spPr/>
      <dgm:t>
        <a:bodyPr/>
        <a:lstStyle/>
        <a:p>
          <a:endParaRPr lang="de-DE"/>
        </a:p>
      </dgm:t>
    </dgm:pt>
    <dgm:pt modelId="{E1826605-5C1F-4B6E-9D46-87271F91CC78}" type="sibTrans" cxnId="{7EE006F9-ADDE-4159-890A-B0AC7A19F02D}">
      <dgm:prSet/>
      <dgm:spPr/>
      <dgm:t>
        <a:bodyPr/>
        <a:lstStyle/>
        <a:p>
          <a:endParaRPr lang="de-DE"/>
        </a:p>
      </dgm:t>
    </dgm:pt>
    <dgm:pt modelId="{9C80347B-66A3-48E2-9EE8-3070F3D85EAE}" type="pres">
      <dgm:prSet presAssocID="{D9A7FE03-7CF6-4F09-8213-33F0C4DC92E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906318E-F3BA-4C60-A04F-D5AFDB70F71F}" type="pres">
      <dgm:prSet presAssocID="{94E298EC-2A29-448D-A729-6D823B3B2770}" presName="horFlow" presStyleCnt="0"/>
      <dgm:spPr/>
    </dgm:pt>
    <dgm:pt modelId="{B93A7241-D74C-46B6-A1CF-021E81C1CE95}" type="pres">
      <dgm:prSet presAssocID="{94E298EC-2A29-448D-A729-6D823B3B2770}" presName="bigChev" presStyleLbl="node1" presStyleIdx="0" presStyleCnt="1"/>
      <dgm:spPr/>
    </dgm:pt>
    <dgm:pt modelId="{04A9A243-7422-4E08-82FF-352EC0ADE1DC}" type="pres">
      <dgm:prSet presAssocID="{85AA027B-966C-413D-B933-0AE56B3E9901}" presName="parTrans" presStyleCnt="0"/>
      <dgm:spPr/>
    </dgm:pt>
    <dgm:pt modelId="{1107599F-9E43-42B1-A089-A9393A1BBEFA}" type="pres">
      <dgm:prSet presAssocID="{ADBBFF63-0505-458F-922A-179E0CD2F561}" presName="node" presStyleLbl="alignAccFollowNode1" presStyleIdx="0" presStyleCnt="3">
        <dgm:presLayoutVars>
          <dgm:bulletEnabled val="1"/>
        </dgm:presLayoutVars>
      </dgm:prSet>
      <dgm:spPr/>
    </dgm:pt>
    <dgm:pt modelId="{5F8CD101-D9CA-4FBB-9623-70A2E326B4B1}" type="pres">
      <dgm:prSet presAssocID="{89BA8FBB-B827-49DD-9AA5-36FC4C274D21}" presName="sibTrans" presStyleCnt="0"/>
      <dgm:spPr/>
    </dgm:pt>
    <dgm:pt modelId="{B41C0435-9F75-4905-B680-1E44DB9C2A49}" type="pres">
      <dgm:prSet presAssocID="{4C1110F0-40B0-408D-99DE-2B86F1F155AB}" presName="node" presStyleLbl="alignAccFollowNode1" presStyleIdx="1" presStyleCnt="3">
        <dgm:presLayoutVars>
          <dgm:bulletEnabled val="1"/>
        </dgm:presLayoutVars>
      </dgm:prSet>
      <dgm:spPr/>
    </dgm:pt>
    <dgm:pt modelId="{E8602AE1-2971-49A2-911E-E52768014A60}" type="pres">
      <dgm:prSet presAssocID="{566FEAB1-5063-4CC8-A533-8504E9745C94}" presName="sibTrans" presStyleCnt="0"/>
      <dgm:spPr/>
    </dgm:pt>
    <dgm:pt modelId="{E64522DB-4E3E-431D-9187-EFE621B066BB}" type="pres">
      <dgm:prSet presAssocID="{61DE167A-B4CB-406F-B292-6C82B9619EAD}" presName="node" presStyleLbl="alignAccFollowNode1" presStyleIdx="2" presStyleCnt="3">
        <dgm:presLayoutVars>
          <dgm:bulletEnabled val="1"/>
        </dgm:presLayoutVars>
      </dgm:prSet>
      <dgm:spPr/>
    </dgm:pt>
  </dgm:ptLst>
  <dgm:cxnLst>
    <dgm:cxn modelId="{7D5E6531-166B-4526-8551-CC41A142467C}" type="presOf" srcId="{61DE167A-B4CB-406F-B292-6C82B9619EAD}" destId="{E64522DB-4E3E-431D-9187-EFE621B066BB}" srcOrd="0" destOrd="0" presId="urn:microsoft.com/office/officeart/2005/8/layout/lProcess3"/>
    <dgm:cxn modelId="{290BEA37-A765-4B24-945A-44F5EBAF4633}" type="presOf" srcId="{D9A7FE03-7CF6-4F09-8213-33F0C4DC92E4}" destId="{9C80347B-66A3-48E2-9EE8-3070F3D85EAE}" srcOrd="0" destOrd="0" presId="urn:microsoft.com/office/officeart/2005/8/layout/lProcess3"/>
    <dgm:cxn modelId="{06D3C464-610F-402D-8887-E4F781C2FC3E}" type="presOf" srcId="{4C1110F0-40B0-408D-99DE-2B86F1F155AB}" destId="{B41C0435-9F75-4905-B680-1E44DB9C2A49}" srcOrd="0" destOrd="0" presId="urn:microsoft.com/office/officeart/2005/8/layout/lProcess3"/>
    <dgm:cxn modelId="{6F1AA64D-4EBE-482F-A24D-6AB201BE10A9}" srcId="{94E298EC-2A29-448D-A729-6D823B3B2770}" destId="{ADBBFF63-0505-458F-922A-179E0CD2F561}" srcOrd="0" destOrd="0" parTransId="{85AA027B-966C-413D-B933-0AE56B3E9901}" sibTransId="{89BA8FBB-B827-49DD-9AA5-36FC4C274D21}"/>
    <dgm:cxn modelId="{D2A0AB6F-71F0-4646-8C11-CD79EA6E8A06}" srcId="{94E298EC-2A29-448D-A729-6D823B3B2770}" destId="{4C1110F0-40B0-408D-99DE-2B86F1F155AB}" srcOrd="1" destOrd="0" parTransId="{C6639014-84AF-42FB-8A61-8AB3701BA6FE}" sibTransId="{566FEAB1-5063-4CC8-A533-8504E9745C94}"/>
    <dgm:cxn modelId="{D4EA7C88-D728-4119-8B73-560444EB856E}" srcId="{D9A7FE03-7CF6-4F09-8213-33F0C4DC92E4}" destId="{94E298EC-2A29-448D-A729-6D823B3B2770}" srcOrd="0" destOrd="0" parTransId="{ABAFA18C-48F0-45FE-A75F-2F695AE0E53D}" sibTransId="{4F37EA4D-EDA6-4862-BA7C-E0259C1634D9}"/>
    <dgm:cxn modelId="{9A12A4A4-9EC6-44A1-A89C-AA612D8A735F}" type="presOf" srcId="{94E298EC-2A29-448D-A729-6D823B3B2770}" destId="{B93A7241-D74C-46B6-A1CF-021E81C1CE95}" srcOrd="0" destOrd="0" presId="urn:microsoft.com/office/officeart/2005/8/layout/lProcess3"/>
    <dgm:cxn modelId="{69B100A5-93B3-49FC-A858-EC9627F88DC5}" type="presOf" srcId="{ADBBFF63-0505-458F-922A-179E0CD2F561}" destId="{1107599F-9E43-42B1-A089-A9393A1BBEFA}" srcOrd="0" destOrd="0" presId="urn:microsoft.com/office/officeart/2005/8/layout/lProcess3"/>
    <dgm:cxn modelId="{7EE006F9-ADDE-4159-890A-B0AC7A19F02D}" srcId="{94E298EC-2A29-448D-A729-6D823B3B2770}" destId="{61DE167A-B4CB-406F-B292-6C82B9619EAD}" srcOrd="2" destOrd="0" parTransId="{D3E1B8F4-14BE-4622-B048-6512EF15EFF1}" sibTransId="{E1826605-5C1F-4B6E-9D46-87271F91CC78}"/>
    <dgm:cxn modelId="{189C6836-A64C-4DF0-8525-CD7B5553C749}" type="presParOf" srcId="{9C80347B-66A3-48E2-9EE8-3070F3D85EAE}" destId="{D906318E-F3BA-4C60-A04F-D5AFDB70F71F}" srcOrd="0" destOrd="0" presId="urn:microsoft.com/office/officeart/2005/8/layout/lProcess3"/>
    <dgm:cxn modelId="{A6E44CB1-19A5-42E1-881F-41D1261ECFE3}" type="presParOf" srcId="{D906318E-F3BA-4C60-A04F-D5AFDB70F71F}" destId="{B93A7241-D74C-46B6-A1CF-021E81C1CE95}" srcOrd="0" destOrd="0" presId="urn:microsoft.com/office/officeart/2005/8/layout/lProcess3"/>
    <dgm:cxn modelId="{15C546A1-B356-4B85-A75E-DB5E81716334}" type="presParOf" srcId="{D906318E-F3BA-4C60-A04F-D5AFDB70F71F}" destId="{04A9A243-7422-4E08-82FF-352EC0ADE1DC}" srcOrd="1" destOrd="0" presId="urn:microsoft.com/office/officeart/2005/8/layout/lProcess3"/>
    <dgm:cxn modelId="{352519BE-A66B-4D33-8A0D-4519F14835BD}" type="presParOf" srcId="{D906318E-F3BA-4C60-A04F-D5AFDB70F71F}" destId="{1107599F-9E43-42B1-A089-A9393A1BBEFA}" srcOrd="2" destOrd="0" presId="urn:microsoft.com/office/officeart/2005/8/layout/lProcess3"/>
    <dgm:cxn modelId="{5E2198A2-763F-4119-B2C9-7FA44DAAF165}" type="presParOf" srcId="{D906318E-F3BA-4C60-A04F-D5AFDB70F71F}" destId="{5F8CD101-D9CA-4FBB-9623-70A2E326B4B1}" srcOrd="3" destOrd="0" presId="urn:microsoft.com/office/officeart/2005/8/layout/lProcess3"/>
    <dgm:cxn modelId="{40071BE6-A372-425F-B0EA-3B2D00BC4A4B}" type="presParOf" srcId="{D906318E-F3BA-4C60-A04F-D5AFDB70F71F}" destId="{B41C0435-9F75-4905-B680-1E44DB9C2A49}" srcOrd="4" destOrd="0" presId="urn:microsoft.com/office/officeart/2005/8/layout/lProcess3"/>
    <dgm:cxn modelId="{5C39AB92-1370-46C2-A5B7-51700ADE07E7}" type="presParOf" srcId="{D906318E-F3BA-4C60-A04F-D5AFDB70F71F}" destId="{E8602AE1-2971-49A2-911E-E52768014A60}" srcOrd="5" destOrd="0" presId="urn:microsoft.com/office/officeart/2005/8/layout/lProcess3"/>
    <dgm:cxn modelId="{474F4E64-64D2-4442-A5D9-AB2802D2604D}" type="presParOf" srcId="{D906318E-F3BA-4C60-A04F-D5AFDB70F71F}" destId="{E64522DB-4E3E-431D-9187-EFE621B066BB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F0E7F6F-445D-45BB-96BB-EA3F8472A33D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</dgm:pt>
    <dgm:pt modelId="{90E678A8-4847-4B51-A2AF-7E4F77EF1C74}">
      <dgm:prSet phldrT="[Text]"/>
      <dgm:spPr/>
      <dgm:t>
        <a:bodyPr/>
        <a:lstStyle/>
        <a:p>
          <a:r>
            <a:rPr lang="de-DE" dirty="0"/>
            <a:t>eigene Fragen</a:t>
          </a:r>
        </a:p>
      </dgm:t>
    </dgm:pt>
    <dgm:pt modelId="{21A0E59A-8C0B-4291-931F-FCD23441F79D}" type="parTrans" cxnId="{86AD799B-89E1-48EB-9C3A-71F8AEBD1526}">
      <dgm:prSet/>
      <dgm:spPr/>
      <dgm:t>
        <a:bodyPr/>
        <a:lstStyle/>
        <a:p>
          <a:endParaRPr lang="de-DE"/>
        </a:p>
      </dgm:t>
    </dgm:pt>
    <dgm:pt modelId="{856C5A85-E34F-4526-A55C-438F7EC77A0A}" type="sibTrans" cxnId="{86AD799B-89E1-48EB-9C3A-71F8AEBD1526}">
      <dgm:prSet/>
      <dgm:spPr/>
      <dgm:t>
        <a:bodyPr/>
        <a:lstStyle/>
        <a:p>
          <a:endParaRPr lang="de-DE"/>
        </a:p>
      </dgm:t>
    </dgm:pt>
    <dgm:pt modelId="{7BF52609-2B38-4388-8F48-0E29D9F76884}">
      <dgm:prSet phldrT="[Text]"/>
      <dgm:spPr/>
      <dgm:t>
        <a:bodyPr/>
        <a:lstStyle/>
        <a:p>
          <a:r>
            <a:rPr lang="de-DE" dirty="0"/>
            <a:t>Gespräch</a:t>
          </a:r>
        </a:p>
      </dgm:t>
    </dgm:pt>
    <dgm:pt modelId="{8B790148-FDB2-4D43-9770-44E7CA92CB16}" type="parTrans" cxnId="{231B6959-6DDD-4068-9CE0-1DBA6B231F5B}">
      <dgm:prSet/>
      <dgm:spPr/>
      <dgm:t>
        <a:bodyPr/>
        <a:lstStyle/>
        <a:p>
          <a:endParaRPr lang="de-DE"/>
        </a:p>
      </dgm:t>
    </dgm:pt>
    <dgm:pt modelId="{F3E99AD2-E711-4543-8D0B-E73C44DB0891}" type="sibTrans" cxnId="{231B6959-6DDD-4068-9CE0-1DBA6B231F5B}">
      <dgm:prSet/>
      <dgm:spPr/>
      <dgm:t>
        <a:bodyPr/>
        <a:lstStyle/>
        <a:p>
          <a:endParaRPr lang="de-DE"/>
        </a:p>
      </dgm:t>
    </dgm:pt>
    <dgm:pt modelId="{42593D0B-C21F-4B12-A1A3-261373C25C9E}">
      <dgm:prSet phldrT="[Text]"/>
      <dgm:spPr/>
      <dgm:t>
        <a:bodyPr/>
        <a:lstStyle/>
        <a:p>
          <a:r>
            <a:rPr lang="de-DE"/>
            <a:t>SUS</a:t>
          </a:r>
          <a:endParaRPr lang="de-DE" dirty="0"/>
        </a:p>
      </dgm:t>
    </dgm:pt>
    <dgm:pt modelId="{329B0F1C-B24E-4218-8B22-900E6275E6CD}" type="parTrans" cxnId="{9A4BE26E-8E01-46EE-B29C-B4B96B3BE719}">
      <dgm:prSet/>
      <dgm:spPr/>
      <dgm:t>
        <a:bodyPr/>
        <a:lstStyle/>
        <a:p>
          <a:endParaRPr lang="de-DE"/>
        </a:p>
      </dgm:t>
    </dgm:pt>
    <dgm:pt modelId="{D6BD53C6-E1DB-495D-BB75-50C1E4386A70}" type="sibTrans" cxnId="{9A4BE26E-8E01-46EE-B29C-B4B96B3BE719}">
      <dgm:prSet/>
      <dgm:spPr/>
      <dgm:t>
        <a:bodyPr/>
        <a:lstStyle/>
        <a:p>
          <a:endParaRPr lang="de-DE"/>
        </a:p>
      </dgm:t>
    </dgm:pt>
    <dgm:pt modelId="{D90F17E3-F0A6-420D-9AA8-5324E65DF908}" type="pres">
      <dgm:prSet presAssocID="{1F0E7F6F-445D-45BB-96BB-EA3F8472A33D}" presName="compositeShape" presStyleCnt="0">
        <dgm:presLayoutVars>
          <dgm:chMax val="7"/>
          <dgm:dir/>
          <dgm:resizeHandles val="exact"/>
        </dgm:presLayoutVars>
      </dgm:prSet>
      <dgm:spPr/>
    </dgm:pt>
    <dgm:pt modelId="{0D7612AD-D431-40BC-9D3C-DBE69AEB85D9}" type="pres">
      <dgm:prSet presAssocID="{1F0E7F6F-445D-45BB-96BB-EA3F8472A33D}" presName="wedge1" presStyleLbl="node1" presStyleIdx="0" presStyleCnt="3" custLinFactNeighborX="-5261" custLinFactNeighborY="3093"/>
      <dgm:spPr/>
    </dgm:pt>
    <dgm:pt modelId="{12839283-A646-447A-8CCF-13144B7FBC17}" type="pres">
      <dgm:prSet presAssocID="{1F0E7F6F-445D-45BB-96BB-EA3F8472A33D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1489697-3C7B-4D39-B7EF-6ED9AFDE6713}" type="pres">
      <dgm:prSet presAssocID="{1F0E7F6F-445D-45BB-96BB-EA3F8472A33D}" presName="wedge2" presStyleLbl="node1" presStyleIdx="1" presStyleCnt="3"/>
      <dgm:spPr/>
    </dgm:pt>
    <dgm:pt modelId="{DDF426E1-95D0-4479-A5AA-1F86A35BF4D7}" type="pres">
      <dgm:prSet presAssocID="{1F0E7F6F-445D-45BB-96BB-EA3F8472A33D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A29A75D-50B5-43F2-8052-335D00D2D313}" type="pres">
      <dgm:prSet presAssocID="{1F0E7F6F-445D-45BB-96BB-EA3F8472A33D}" presName="wedge3" presStyleLbl="node1" presStyleIdx="2" presStyleCnt="3"/>
      <dgm:spPr/>
    </dgm:pt>
    <dgm:pt modelId="{9B8410FC-798B-40C8-ADAB-2614F513D04C}" type="pres">
      <dgm:prSet presAssocID="{1F0E7F6F-445D-45BB-96BB-EA3F8472A33D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ACE26709-4E89-4434-9987-0DF7165F181E}" type="presOf" srcId="{1F0E7F6F-445D-45BB-96BB-EA3F8472A33D}" destId="{D90F17E3-F0A6-420D-9AA8-5324E65DF908}" srcOrd="0" destOrd="0" presId="urn:microsoft.com/office/officeart/2005/8/layout/chart3"/>
    <dgm:cxn modelId="{B80A4048-A239-42F0-9365-0851EFB54A58}" type="presOf" srcId="{42593D0B-C21F-4B12-A1A3-261373C25C9E}" destId="{0A29A75D-50B5-43F2-8052-335D00D2D313}" srcOrd="0" destOrd="0" presId="urn:microsoft.com/office/officeart/2005/8/layout/chart3"/>
    <dgm:cxn modelId="{3398736B-1944-49B1-8048-85DF4AF48549}" type="presOf" srcId="{42593D0B-C21F-4B12-A1A3-261373C25C9E}" destId="{9B8410FC-798B-40C8-ADAB-2614F513D04C}" srcOrd="1" destOrd="0" presId="urn:microsoft.com/office/officeart/2005/8/layout/chart3"/>
    <dgm:cxn modelId="{9A4BE26E-8E01-46EE-B29C-B4B96B3BE719}" srcId="{1F0E7F6F-445D-45BB-96BB-EA3F8472A33D}" destId="{42593D0B-C21F-4B12-A1A3-261373C25C9E}" srcOrd="2" destOrd="0" parTransId="{329B0F1C-B24E-4218-8B22-900E6275E6CD}" sibTransId="{D6BD53C6-E1DB-495D-BB75-50C1E4386A70}"/>
    <dgm:cxn modelId="{231B6959-6DDD-4068-9CE0-1DBA6B231F5B}" srcId="{1F0E7F6F-445D-45BB-96BB-EA3F8472A33D}" destId="{7BF52609-2B38-4388-8F48-0E29D9F76884}" srcOrd="1" destOrd="0" parTransId="{8B790148-FDB2-4D43-9770-44E7CA92CB16}" sibTransId="{F3E99AD2-E711-4543-8D0B-E73C44DB0891}"/>
    <dgm:cxn modelId="{DBD5897B-3217-43E1-8E0B-C8E5105ECC7D}" type="presOf" srcId="{90E678A8-4847-4B51-A2AF-7E4F77EF1C74}" destId="{12839283-A646-447A-8CCF-13144B7FBC17}" srcOrd="1" destOrd="0" presId="urn:microsoft.com/office/officeart/2005/8/layout/chart3"/>
    <dgm:cxn modelId="{9ED1B17D-8998-44BD-875A-871F3B405E62}" type="presOf" srcId="{7BF52609-2B38-4388-8F48-0E29D9F76884}" destId="{E1489697-3C7B-4D39-B7EF-6ED9AFDE6713}" srcOrd="0" destOrd="0" presId="urn:microsoft.com/office/officeart/2005/8/layout/chart3"/>
    <dgm:cxn modelId="{86AD799B-89E1-48EB-9C3A-71F8AEBD1526}" srcId="{1F0E7F6F-445D-45BB-96BB-EA3F8472A33D}" destId="{90E678A8-4847-4B51-A2AF-7E4F77EF1C74}" srcOrd="0" destOrd="0" parTransId="{21A0E59A-8C0B-4291-931F-FCD23441F79D}" sibTransId="{856C5A85-E34F-4526-A55C-438F7EC77A0A}"/>
    <dgm:cxn modelId="{645A46AE-A60A-4C3E-BD67-D4982BD536D8}" type="presOf" srcId="{90E678A8-4847-4B51-A2AF-7E4F77EF1C74}" destId="{0D7612AD-D431-40BC-9D3C-DBE69AEB85D9}" srcOrd="0" destOrd="0" presId="urn:microsoft.com/office/officeart/2005/8/layout/chart3"/>
    <dgm:cxn modelId="{A7DD96F5-DB15-45A4-B1DA-1E121401E527}" type="presOf" srcId="{7BF52609-2B38-4388-8F48-0E29D9F76884}" destId="{DDF426E1-95D0-4479-A5AA-1F86A35BF4D7}" srcOrd="1" destOrd="0" presId="urn:microsoft.com/office/officeart/2005/8/layout/chart3"/>
    <dgm:cxn modelId="{05BAD264-B386-4F05-A8AF-1FA521FDA450}" type="presParOf" srcId="{D90F17E3-F0A6-420D-9AA8-5324E65DF908}" destId="{0D7612AD-D431-40BC-9D3C-DBE69AEB85D9}" srcOrd="0" destOrd="0" presId="urn:microsoft.com/office/officeart/2005/8/layout/chart3"/>
    <dgm:cxn modelId="{3AB31009-81BF-4CC1-9432-A5954738EE6B}" type="presParOf" srcId="{D90F17E3-F0A6-420D-9AA8-5324E65DF908}" destId="{12839283-A646-447A-8CCF-13144B7FBC17}" srcOrd="1" destOrd="0" presId="urn:microsoft.com/office/officeart/2005/8/layout/chart3"/>
    <dgm:cxn modelId="{CF46D801-DD58-49D5-9DCA-EA41C181F980}" type="presParOf" srcId="{D90F17E3-F0A6-420D-9AA8-5324E65DF908}" destId="{E1489697-3C7B-4D39-B7EF-6ED9AFDE6713}" srcOrd="2" destOrd="0" presId="urn:microsoft.com/office/officeart/2005/8/layout/chart3"/>
    <dgm:cxn modelId="{E37B6E4D-AA8C-45D8-91B3-A6D099FA455B}" type="presParOf" srcId="{D90F17E3-F0A6-420D-9AA8-5324E65DF908}" destId="{DDF426E1-95D0-4479-A5AA-1F86A35BF4D7}" srcOrd="3" destOrd="0" presId="urn:microsoft.com/office/officeart/2005/8/layout/chart3"/>
    <dgm:cxn modelId="{758F6BDD-3F25-4FFA-BB01-9460E7EC60E4}" type="presParOf" srcId="{D90F17E3-F0A6-420D-9AA8-5324E65DF908}" destId="{0A29A75D-50B5-43F2-8052-335D00D2D313}" srcOrd="4" destOrd="0" presId="urn:microsoft.com/office/officeart/2005/8/layout/chart3"/>
    <dgm:cxn modelId="{F94FE7E3-74AE-40AE-9BDA-A516EF423463}" type="presParOf" srcId="{D90F17E3-F0A6-420D-9AA8-5324E65DF908}" destId="{9B8410FC-798B-40C8-ADAB-2614F513D04C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4B794D-5A84-4515-A456-6F596DBB0A47}">
      <dsp:nvSpPr>
        <dsp:cNvPr id="0" name=""/>
        <dsp:cNvSpPr/>
      </dsp:nvSpPr>
      <dsp:spPr>
        <a:xfrm>
          <a:off x="0" y="23291"/>
          <a:ext cx="3306465" cy="1983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Interaktion mit gesprochener Sprache</a:t>
          </a:r>
        </a:p>
      </dsp:txBody>
      <dsp:txXfrm>
        <a:off x="0" y="23291"/>
        <a:ext cx="3306465" cy="1983879"/>
      </dsp:txXfrm>
    </dsp:sp>
    <dsp:sp modelId="{12222C90-4DF2-4BFE-B0A2-C7F4F34F733D}">
      <dsp:nvSpPr>
        <dsp:cNvPr id="0" name=""/>
        <dsp:cNvSpPr/>
      </dsp:nvSpPr>
      <dsp:spPr>
        <a:xfrm>
          <a:off x="3637111" y="23291"/>
          <a:ext cx="3306465" cy="1983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geringes Vorwissen</a:t>
          </a:r>
        </a:p>
      </dsp:txBody>
      <dsp:txXfrm>
        <a:off x="3637111" y="23291"/>
        <a:ext cx="3306465" cy="1983879"/>
      </dsp:txXfrm>
    </dsp:sp>
    <dsp:sp modelId="{2BEFD4F9-CCC6-4D26-8E6B-B19BB0E3D1E3}">
      <dsp:nvSpPr>
        <dsp:cNvPr id="0" name=""/>
        <dsp:cNvSpPr/>
      </dsp:nvSpPr>
      <dsp:spPr>
        <a:xfrm>
          <a:off x="7274223" y="23291"/>
          <a:ext cx="3306465" cy="1983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Nutzung auch mit motorischen Einschränkungen</a:t>
          </a:r>
        </a:p>
      </dsp:txBody>
      <dsp:txXfrm>
        <a:off x="7274223" y="23291"/>
        <a:ext cx="3306465" cy="1983879"/>
      </dsp:txXfrm>
    </dsp:sp>
    <dsp:sp modelId="{091D0F77-6323-440E-BC67-8910A814E213}">
      <dsp:nvSpPr>
        <dsp:cNvPr id="0" name=""/>
        <dsp:cNvSpPr/>
      </dsp:nvSpPr>
      <dsp:spPr>
        <a:xfrm>
          <a:off x="0" y="2337816"/>
          <a:ext cx="3306465" cy="1983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universelles Konzept</a:t>
          </a:r>
        </a:p>
      </dsp:txBody>
      <dsp:txXfrm>
        <a:off x="0" y="2337816"/>
        <a:ext cx="3306465" cy="1983879"/>
      </dsp:txXfrm>
    </dsp:sp>
    <dsp:sp modelId="{533E62F0-F12F-46E1-87E0-8F4BCDF5C993}">
      <dsp:nvSpPr>
        <dsp:cNvPr id="0" name=""/>
        <dsp:cNvSpPr/>
      </dsp:nvSpPr>
      <dsp:spPr>
        <a:xfrm>
          <a:off x="3637111" y="2337816"/>
          <a:ext cx="3306465" cy="1983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Schutz der Privatsphäre</a:t>
          </a:r>
        </a:p>
      </dsp:txBody>
      <dsp:txXfrm>
        <a:off x="3637111" y="2337816"/>
        <a:ext cx="3306465" cy="1983879"/>
      </dsp:txXfrm>
    </dsp:sp>
    <dsp:sp modelId="{87CB8EDA-F789-4575-B64B-40D993F1C78C}">
      <dsp:nvSpPr>
        <dsp:cNvPr id="0" name=""/>
        <dsp:cNvSpPr/>
      </dsp:nvSpPr>
      <dsp:spPr>
        <a:xfrm>
          <a:off x="7274223" y="2337816"/>
          <a:ext cx="3306465" cy="19838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Test mit Prototyp</a:t>
          </a:r>
        </a:p>
      </dsp:txBody>
      <dsp:txXfrm>
        <a:off x="7274223" y="2337816"/>
        <a:ext cx="3306465" cy="19838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250E0-8781-481D-872F-6323B6C30192}">
      <dsp:nvSpPr>
        <dsp:cNvPr id="0" name=""/>
        <dsp:cNvSpPr/>
      </dsp:nvSpPr>
      <dsp:spPr>
        <a:xfrm>
          <a:off x="1853610" y="2779"/>
          <a:ext cx="3856523" cy="2313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§ 3 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„Räumlicher Anwendungsbereich“</a:t>
          </a:r>
        </a:p>
      </dsp:txBody>
      <dsp:txXfrm>
        <a:off x="1853610" y="2779"/>
        <a:ext cx="3856523" cy="2313914"/>
      </dsp:txXfrm>
    </dsp:sp>
    <dsp:sp modelId="{4D4E8C40-59B0-43AB-AF84-E09B0A97989B}">
      <dsp:nvSpPr>
        <dsp:cNvPr id="0" name=""/>
        <dsp:cNvSpPr/>
      </dsp:nvSpPr>
      <dsp:spPr>
        <a:xfrm>
          <a:off x="6095786" y="2779"/>
          <a:ext cx="3856523" cy="2313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§ 5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 „Grundsätze für die die Verarbeitung personenbezogener Daten“</a:t>
          </a:r>
        </a:p>
      </dsp:txBody>
      <dsp:txXfrm>
        <a:off x="6095786" y="2779"/>
        <a:ext cx="3856523" cy="2313914"/>
      </dsp:txXfrm>
    </dsp:sp>
    <dsp:sp modelId="{98F0F990-6069-4005-A022-52F5C3322428}">
      <dsp:nvSpPr>
        <dsp:cNvPr id="0" name=""/>
        <dsp:cNvSpPr/>
      </dsp:nvSpPr>
      <dsp:spPr>
        <a:xfrm>
          <a:off x="527718" y="2702346"/>
          <a:ext cx="3856523" cy="2313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§ 17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 „Recht auf Löschung“</a:t>
          </a:r>
        </a:p>
      </dsp:txBody>
      <dsp:txXfrm>
        <a:off x="527718" y="2702346"/>
        <a:ext cx="3856523" cy="2313914"/>
      </dsp:txXfrm>
    </dsp:sp>
    <dsp:sp modelId="{6BADA56D-72BA-43AD-B597-CE1E5C02E238}">
      <dsp:nvSpPr>
        <dsp:cNvPr id="0" name=""/>
        <dsp:cNvSpPr/>
      </dsp:nvSpPr>
      <dsp:spPr>
        <a:xfrm>
          <a:off x="4769894" y="2702346"/>
          <a:ext cx="6508307" cy="23139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§ 25</a:t>
          </a:r>
        </a:p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dirty="0"/>
            <a:t> „Datenschutz durch Technikgestaltung und durch datenschutzfreundliche Voreinstellungen“</a:t>
          </a:r>
        </a:p>
      </dsp:txBody>
      <dsp:txXfrm>
        <a:off x="4769894" y="2702346"/>
        <a:ext cx="6508307" cy="23139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14F034-8AB8-4EBE-ACDD-D0A46DD7C079}">
      <dsp:nvSpPr>
        <dsp:cNvPr id="0" name=""/>
        <dsp:cNvSpPr/>
      </dsp:nvSpPr>
      <dsp:spPr>
        <a:xfrm>
          <a:off x="0" y="135888"/>
          <a:ext cx="5471160" cy="12612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900" kern="1200" dirty="0"/>
            <a:t>Assistenzroboter</a:t>
          </a:r>
        </a:p>
      </dsp:txBody>
      <dsp:txXfrm>
        <a:off x="61570" y="197458"/>
        <a:ext cx="5348020" cy="1138119"/>
      </dsp:txXfrm>
    </dsp:sp>
    <dsp:sp modelId="{F668552C-9D35-4361-88EF-2C54D5020D2A}">
      <dsp:nvSpPr>
        <dsp:cNvPr id="0" name=""/>
        <dsp:cNvSpPr/>
      </dsp:nvSpPr>
      <dsp:spPr>
        <a:xfrm>
          <a:off x="0" y="1281523"/>
          <a:ext cx="5471160" cy="3550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3709" tIns="62230" rIns="348488" bIns="62230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3800" kern="1200" dirty="0"/>
            <a:t>(teil-)autonom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3800" kern="1200" dirty="0"/>
            <a:t>unterstützt Menschen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de-DE" sz="3800" kern="1200" dirty="0"/>
            <a:t>keine Produktion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de-DE" sz="3800" kern="1200" dirty="0"/>
        </a:p>
      </dsp:txBody>
      <dsp:txXfrm>
        <a:off x="0" y="1281523"/>
        <a:ext cx="5471160" cy="3550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C356D0-36E1-410B-91CD-E7A1B403FF43}">
      <dsp:nvSpPr>
        <dsp:cNvPr id="0" name=""/>
        <dsp:cNvSpPr/>
      </dsp:nvSpPr>
      <dsp:spPr>
        <a:xfrm>
          <a:off x="1322057" y="250414"/>
          <a:ext cx="4499477" cy="140608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39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Pflege von Patienten</a:t>
          </a:r>
        </a:p>
      </dsp:txBody>
      <dsp:txXfrm>
        <a:off x="1322057" y="250414"/>
        <a:ext cx="4499477" cy="1406086"/>
      </dsp:txXfrm>
    </dsp:sp>
    <dsp:sp modelId="{D84607BC-A35A-41DD-AD7A-0C6168BE3248}">
      <dsp:nvSpPr>
        <dsp:cNvPr id="0" name=""/>
        <dsp:cNvSpPr/>
      </dsp:nvSpPr>
      <dsp:spPr>
        <a:xfrm>
          <a:off x="1134579" y="47313"/>
          <a:ext cx="984260" cy="1476391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20D71F-33CA-45EE-8094-08C7D00F5A61}">
      <dsp:nvSpPr>
        <dsp:cNvPr id="0" name=""/>
        <dsp:cNvSpPr/>
      </dsp:nvSpPr>
      <dsp:spPr>
        <a:xfrm>
          <a:off x="6216419" y="250414"/>
          <a:ext cx="4499477" cy="140608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39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Unabhängigkeit der Patienten</a:t>
          </a:r>
        </a:p>
      </dsp:txBody>
      <dsp:txXfrm>
        <a:off x="6216419" y="250414"/>
        <a:ext cx="4499477" cy="1406086"/>
      </dsp:txXfrm>
    </dsp:sp>
    <dsp:sp modelId="{A20CF708-D7F0-4367-813D-BAC15C29E67B}">
      <dsp:nvSpPr>
        <dsp:cNvPr id="0" name=""/>
        <dsp:cNvSpPr/>
      </dsp:nvSpPr>
      <dsp:spPr>
        <a:xfrm>
          <a:off x="6038478" y="14995"/>
          <a:ext cx="984260" cy="1476391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2000" r="-4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90C9B-D089-432E-BBE6-063A096D1590}">
      <dsp:nvSpPr>
        <dsp:cNvPr id="0" name=""/>
        <dsp:cNvSpPr/>
      </dsp:nvSpPr>
      <dsp:spPr>
        <a:xfrm>
          <a:off x="1322057" y="2020521"/>
          <a:ext cx="4499477" cy="140608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39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Mobilitätshilfe</a:t>
          </a:r>
        </a:p>
      </dsp:txBody>
      <dsp:txXfrm>
        <a:off x="1322057" y="2020521"/>
        <a:ext cx="4499477" cy="1406086"/>
      </dsp:txXfrm>
    </dsp:sp>
    <dsp:sp modelId="{CFDE84F1-C7B8-4744-96BD-6B7D357642CC}">
      <dsp:nvSpPr>
        <dsp:cNvPr id="0" name=""/>
        <dsp:cNvSpPr/>
      </dsp:nvSpPr>
      <dsp:spPr>
        <a:xfrm>
          <a:off x="1134579" y="1817420"/>
          <a:ext cx="984260" cy="14763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3000" r="-6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F71F60-9264-453C-A7EA-E5538C33B341}">
      <dsp:nvSpPr>
        <dsp:cNvPr id="0" name=""/>
        <dsp:cNvSpPr/>
      </dsp:nvSpPr>
      <dsp:spPr>
        <a:xfrm>
          <a:off x="6216419" y="2020521"/>
          <a:ext cx="4499477" cy="140608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39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Navigationshilfe</a:t>
          </a:r>
        </a:p>
      </dsp:txBody>
      <dsp:txXfrm>
        <a:off x="6216419" y="2020521"/>
        <a:ext cx="4499477" cy="1406086"/>
      </dsp:txXfrm>
    </dsp:sp>
    <dsp:sp modelId="{C2BAA2A9-D58C-4390-8DE3-92B73925D193}">
      <dsp:nvSpPr>
        <dsp:cNvPr id="0" name=""/>
        <dsp:cNvSpPr/>
      </dsp:nvSpPr>
      <dsp:spPr>
        <a:xfrm>
          <a:off x="6028941" y="1817420"/>
          <a:ext cx="984260" cy="1476391"/>
        </a:xfrm>
        <a:prstGeom prst="rect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/>
          <a:stretch>
            <a:fillRect l="-35000" r="-3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9D51E-9C45-4F1B-BE61-57A326E6EF65}">
      <dsp:nvSpPr>
        <dsp:cNvPr id="0" name=""/>
        <dsp:cNvSpPr/>
      </dsp:nvSpPr>
      <dsp:spPr>
        <a:xfrm>
          <a:off x="3769238" y="3790628"/>
          <a:ext cx="4499477" cy="140608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39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kern="1200" dirty="0"/>
            <a:t>Haushaltshilfe (z.B. Bodenreinigung)</a:t>
          </a:r>
        </a:p>
      </dsp:txBody>
      <dsp:txXfrm>
        <a:off x="3769238" y="3790628"/>
        <a:ext cx="4499477" cy="1406086"/>
      </dsp:txXfrm>
    </dsp:sp>
    <dsp:sp modelId="{FCADE709-3E49-45E6-A8FC-E6F3B094A439}">
      <dsp:nvSpPr>
        <dsp:cNvPr id="0" name=""/>
        <dsp:cNvSpPr/>
      </dsp:nvSpPr>
      <dsp:spPr>
        <a:xfrm>
          <a:off x="3581760" y="3587527"/>
          <a:ext cx="984260" cy="1476391"/>
        </a:xfrm>
        <a:prstGeom prst="rect">
          <a:avLst/>
        </a:prstGeom>
        <a:blipFill>
          <a:blip xmlns:r="http://schemas.openxmlformats.org/officeDocument/2006/relationships"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83000" r="-8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505ED3-94CA-42A3-AEBB-B2669B9D474A}">
      <dsp:nvSpPr>
        <dsp:cNvPr id="0" name=""/>
        <dsp:cNvSpPr/>
      </dsp:nvSpPr>
      <dsp:spPr>
        <a:xfrm>
          <a:off x="0" y="15765"/>
          <a:ext cx="1006615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Steuerung des Roboters mit natürlicher Sprache</a:t>
          </a:r>
        </a:p>
      </dsp:txBody>
      <dsp:txXfrm>
        <a:off x="42722" y="58487"/>
        <a:ext cx="9980706" cy="789716"/>
      </dsp:txXfrm>
    </dsp:sp>
    <dsp:sp modelId="{7393F93C-24E6-4D59-99AE-31D74326B3AA}">
      <dsp:nvSpPr>
        <dsp:cNvPr id="0" name=""/>
        <dsp:cNvSpPr/>
      </dsp:nvSpPr>
      <dsp:spPr>
        <a:xfrm>
          <a:off x="0" y="981096"/>
          <a:ext cx="1006615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Bedienung ohne Vorwissen</a:t>
          </a:r>
        </a:p>
      </dsp:txBody>
      <dsp:txXfrm>
        <a:off x="42722" y="1023818"/>
        <a:ext cx="9980706" cy="789716"/>
      </dsp:txXfrm>
    </dsp:sp>
    <dsp:sp modelId="{F9107D6F-FB34-4B90-B0B7-77ABF544BC20}">
      <dsp:nvSpPr>
        <dsp:cNvPr id="0" name=""/>
        <dsp:cNvSpPr/>
      </dsp:nvSpPr>
      <dsp:spPr>
        <a:xfrm>
          <a:off x="0" y="1961926"/>
          <a:ext cx="1006615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möglichst freie Wortwahl für Befehle</a:t>
          </a:r>
        </a:p>
      </dsp:txBody>
      <dsp:txXfrm>
        <a:off x="42722" y="2004648"/>
        <a:ext cx="9980706" cy="789716"/>
      </dsp:txXfrm>
    </dsp:sp>
    <dsp:sp modelId="{939EC2AC-5425-400E-B7ED-78BD68B7B7C2}">
      <dsp:nvSpPr>
        <dsp:cNvPr id="0" name=""/>
        <dsp:cNvSpPr/>
      </dsp:nvSpPr>
      <dsp:spPr>
        <a:xfrm>
          <a:off x="0" y="2935006"/>
          <a:ext cx="1006615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Schutz der Privatsphäre</a:t>
          </a:r>
        </a:p>
      </dsp:txBody>
      <dsp:txXfrm>
        <a:off x="42722" y="2977728"/>
        <a:ext cx="9980706" cy="789716"/>
      </dsp:txXfrm>
    </dsp:sp>
    <dsp:sp modelId="{C7E85622-FB29-4BB5-BAEC-020EA11AC2AA}">
      <dsp:nvSpPr>
        <dsp:cNvPr id="0" name=""/>
        <dsp:cNvSpPr/>
      </dsp:nvSpPr>
      <dsp:spPr>
        <a:xfrm>
          <a:off x="0" y="3908086"/>
          <a:ext cx="10066150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Anpassungen an (Kern-)Funktionen möglich</a:t>
          </a:r>
        </a:p>
      </dsp:txBody>
      <dsp:txXfrm>
        <a:off x="42722" y="3950808"/>
        <a:ext cx="9980706" cy="7897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A1DA8-9E7C-4899-9767-80EAD0D379B3}">
      <dsp:nvSpPr>
        <dsp:cNvPr id="0" name=""/>
        <dsp:cNvSpPr/>
      </dsp:nvSpPr>
      <dsp:spPr>
        <a:xfrm>
          <a:off x="0" y="0"/>
          <a:ext cx="7086487" cy="805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Drehung</a:t>
          </a:r>
        </a:p>
      </dsp:txBody>
      <dsp:txXfrm>
        <a:off x="1497894" y="0"/>
        <a:ext cx="5588592" cy="805968"/>
      </dsp:txXfrm>
    </dsp:sp>
    <dsp:sp modelId="{55916C73-BD82-4317-82F7-BAD3663A7FE9}">
      <dsp:nvSpPr>
        <dsp:cNvPr id="0" name=""/>
        <dsp:cNvSpPr/>
      </dsp:nvSpPr>
      <dsp:spPr>
        <a:xfrm>
          <a:off x="380886" y="19910"/>
          <a:ext cx="816717" cy="76614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F9F8A-60C2-4F3E-B7AA-84D1CF9636C0}">
      <dsp:nvSpPr>
        <dsp:cNvPr id="0" name=""/>
        <dsp:cNvSpPr/>
      </dsp:nvSpPr>
      <dsp:spPr>
        <a:xfrm>
          <a:off x="0" y="889260"/>
          <a:ext cx="7086487" cy="805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zu Raum fahren</a:t>
          </a:r>
        </a:p>
      </dsp:txBody>
      <dsp:txXfrm>
        <a:off x="1497894" y="889260"/>
        <a:ext cx="5588592" cy="805968"/>
      </dsp:txXfrm>
    </dsp:sp>
    <dsp:sp modelId="{9C3E831E-00D7-4E00-AE6A-F8569392BC94}">
      <dsp:nvSpPr>
        <dsp:cNvPr id="0" name=""/>
        <dsp:cNvSpPr/>
      </dsp:nvSpPr>
      <dsp:spPr>
        <a:xfrm>
          <a:off x="402656" y="887519"/>
          <a:ext cx="787748" cy="81135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2000" b="-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70D36-8F29-456D-8093-A833EE93C515}">
      <dsp:nvSpPr>
        <dsp:cNvPr id="0" name=""/>
        <dsp:cNvSpPr/>
      </dsp:nvSpPr>
      <dsp:spPr>
        <a:xfrm>
          <a:off x="0" y="1783562"/>
          <a:ext cx="7086487" cy="805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Gegenstand bringen</a:t>
          </a:r>
        </a:p>
      </dsp:txBody>
      <dsp:txXfrm>
        <a:off x="1497894" y="1783562"/>
        <a:ext cx="5588592" cy="805968"/>
      </dsp:txXfrm>
    </dsp:sp>
    <dsp:sp modelId="{935385C0-FF92-4465-AFF5-AB9B97A02B00}">
      <dsp:nvSpPr>
        <dsp:cNvPr id="0" name=""/>
        <dsp:cNvSpPr/>
      </dsp:nvSpPr>
      <dsp:spPr>
        <a:xfrm>
          <a:off x="424426" y="1795864"/>
          <a:ext cx="773376" cy="81605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CE8B53-FE1A-4DA5-B643-FA3EB9D3FACC}">
      <dsp:nvSpPr>
        <dsp:cNvPr id="0" name=""/>
        <dsp:cNvSpPr/>
      </dsp:nvSpPr>
      <dsp:spPr>
        <a:xfrm>
          <a:off x="0" y="2675169"/>
          <a:ext cx="7086487" cy="805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Nutzer ansprechen</a:t>
          </a:r>
        </a:p>
      </dsp:txBody>
      <dsp:txXfrm>
        <a:off x="1497894" y="2675169"/>
        <a:ext cx="5588592" cy="805968"/>
      </dsp:txXfrm>
    </dsp:sp>
    <dsp:sp modelId="{0937F075-AB43-4E41-87E5-E4FEC977574A}">
      <dsp:nvSpPr>
        <dsp:cNvPr id="0" name=""/>
        <dsp:cNvSpPr/>
      </dsp:nvSpPr>
      <dsp:spPr>
        <a:xfrm>
          <a:off x="413548" y="2710683"/>
          <a:ext cx="824328" cy="76042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15E2C-D24E-4F2A-948E-582842B35933}">
      <dsp:nvSpPr>
        <dsp:cNvPr id="0" name=""/>
        <dsp:cNvSpPr/>
      </dsp:nvSpPr>
      <dsp:spPr>
        <a:xfrm>
          <a:off x="0" y="3561734"/>
          <a:ext cx="7086487" cy="805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aus dem Weg fahren</a:t>
          </a:r>
        </a:p>
      </dsp:txBody>
      <dsp:txXfrm>
        <a:off x="1497894" y="3561734"/>
        <a:ext cx="5588592" cy="805968"/>
      </dsp:txXfrm>
    </dsp:sp>
    <dsp:sp modelId="{0B90FDD1-1C90-4F97-B970-EDE63D615DAD}">
      <dsp:nvSpPr>
        <dsp:cNvPr id="0" name=""/>
        <dsp:cNvSpPr/>
      </dsp:nvSpPr>
      <dsp:spPr>
        <a:xfrm>
          <a:off x="435317" y="3587682"/>
          <a:ext cx="795330" cy="77409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rcRect/>
          <a:stretch>
            <a:fillRect l="-7000" r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54D3B-E06D-4801-B4F5-52A3FEA74FBE}">
      <dsp:nvSpPr>
        <dsp:cNvPr id="0" name=""/>
        <dsp:cNvSpPr/>
      </dsp:nvSpPr>
      <dsp:spPr>
        <a:xfrm>
          <a:off x="0" y="4464434"/>
          <a:ext cx="7086487" cy="805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 zurückkehren</a:t>
          </a:r>
        </a:p>
      </dsp:txBody>
      <dsp:txXfrm>
        <a:off x="1497894" y="4464434"/>
        <a:ext cx="5588592" cy="805968"/>
      </dsp:txXfrm>
    </dsp:sp>
    <dsp:sp modelId="{280279AB-BBD6-417C-9A69-4F2F15BDDC13}">
      <dsp:nvSpPr>
        <dsp:cNvPr id="0" name=""/>
        <dsp:cNvSpPr/>
      </dsp:nvSpPr>
      <dsp:spPr>
        <a:xfrm>
          <a:off x="435317" y="4452217"/>
          <a:ext cx="809928" cy="83823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A7241-D74C-46B6-A1CF-021E81C1CE95}">
      <dsp:nvSpPr>
        <dsp:cNvPr id="0" name=""/>
        <dsp:cNvSpPr/>
      </dsp:nvSpPr>
      <dsp:spPr>
        <a:xfrm>
          <a:off x="6301" y="845903"/>
          <a:ext cx="3232866" cy="12931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Hypothesen</a:t>
          </a:r>
        </a:p>
      </dsp:txBody>
      <dsp:txXfrm>
        <a:off x="652874" y="845903"/>
        <a:ext cx="1939720" cy="1293146"/>
      </dsp:txXfrm>
    </dsp:sp>
    <dsp:sp modelId="{1107599F-9E43-42B1-A089-A9393A1BBEFA}">
      <dsp:nvSpPr>
        <dsp:cNvPr id="0" name=""/>
        <dsp:cNvSpPr/>
      </dsp:nvSpPr>
      <dsp:spPr>
        <a:xfrm>
          <a:off x="2818895" y="955821"/>
          <a:ext cx="2683278" cy="107331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Nutzung ist selbsterklärend</a:t>
          </a:r>
        </a:p>
      </dsp:txBody>
      <dsp:txXfrm>
        <a:off x="3355551" y="955821"/>
        <a:ext cx="1609967" cy="1073311"/>
      </dsp:txXfrm>
    </dsp:sp>
    <dsp:sp modelId="{B41C0435-9F75-4905-B680-1E44DB9C2A49}">
      <dsp:nvSpPr>
        <dsp:cNvPr id="0" name=""/>
        <dsp:cNvSpPr/>
      </dsp:nvSpPr>
      <dsp:spPr>
        <a:xfrm>
          <a:off x="5126514" y="955821"/>
          <a:ext cx="2683278" cy="107331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Gefühl von Natürlichkeit</a:t>
          </a:r>
        </a:p>
      </dsp:txBody>
      <dsp:txXfrm>
        <a:off x="5663170" y="955821"/>
        <a:ext cx="1609967" cy="1073311"/>
      </dsp:txXfrm>
    </dsp:sp>
    <dsp:sp modelId="{E64522DB-4E3E-431D-9187-EFE621B066BB}">
      <dsp:nvSpPr>
        <dsp:cNvPr id="0" name=""/>
        <dsp:cNvSpPr/>
      </dsp:nvSpPr>
      <dsp:spPr>
        <a:xfrm>
          <a:off x="7434134" y="955821"/>
          <a:ext cx="2683278" cy="107331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/>
            <a:t>Datenschutz erhöht Bereitschaft zur Nutzung</a:t>
          </a:r>
        </a:p>
      </dsp:txBody>
      <dsp:txXfrm>
        <a:off x="7970790" y="955821"/>
        <a:ext cx="1609967" cy="10733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612AD-D431-40BC-9D3C-DBE69AEB85D9}">
      <dsp:nvSpPr>
        <dsp:cNvPr id="0" name=""/>
        <dsp:cNvSpPr/>
      </dsp:nvSpPr>
      <dsp:spPr>
        <a:xfrm>
          <a:off x="1360629" y="385560"/>
          <a:ext cx="3464559" cy="3464559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eigene Fragen</a:t>
          </a:r>
        </a:p>
      </dsp:txBody>
      <dsp:txXfrm>
        <a:off x="3244278" y="1024854"/>
        <a:ext cx="1175475" cy="1154853"/>
      </dsp:txXfrm>
    </dsp:sp>
    <dsp:sp modelId="{E1489697-3C7B-4D39-B7EF-6ED9AFDE6713}">
      <dsp:nvSpPr>
        <dsp:cNvPr id="0" name=""/>
        <dsp:cNvSpPr/>
      </dsp:nvSpPr>
      <dsp:spPr>
        <a:xfrm>
          <a:off x="1364310" y="381514"/>
          <a:ext cx="3464559" cy="3464559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Gespräch</a:t>
          </a:r>
        </a:p>
      </dsp:txBody>
      <dsp:txXfrm>
        <a:off x="2312940" y="2567486"/>
        <a:ext cx="1567300" cy="1072363"/>
      </dsp:txXfrm>
    </dsp:sp>
    <dsp:sp modelId="{0A29A75D-50B5-43F2-8052-335D00D2D313}">
      <dsp:nvSpPr>
        <dsp:cNvPr id="0" name=""/>
        <dsp:cNvSpPr/>
      </dsp:nvSpPr>
      <dsp:spPr>
        <a:xfrm>
          <a:off x="1364310" y="381514"/>
          <a:ext cx="3464559" cy="3464559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/>
            <a:t>SUS</a:t>
          </a:r>
          <a:endParaRPr lang="de-DE" sz="2600" kern="1200" dirty="0"/>
        </a:p>
      </dsp:txBody>
      <dsp:txXfrm>
        <a:off x="1735513" y="1062052"/>
        <a:ext cx="1175475" cy="1154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26.11.2019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26.11.2019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025526"/>
            <a:ext cx="12192000" cy="583247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4" y="4494775"/>
            <a:ext cx="10438871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alpha val="80000"/>
                  </a:schemeClr>
                </a:solidFill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  <a:br>
              <a:rPr lang="de-DE" dirty="0"/>
            </a:br>
            <a:r>
              <a:rPr lang="de-DE" dirty="0"/>
              <a:t>Ort oder Anlass des Vortrags // Samstag, 13. Januar 2018</a:t>
            </a:r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de-DE" dirty="0"/>
              <a:t>Martin </a:t>
            </a:r>
            <a:r>
              <a:rPr lang="de-DE" dirty="0" err="1"/>
              <a:t>Eisoldt</a:t>
            </a:r>
            <a:br>
              <a:rPr lang="de-DE" dirty="0"/>
            </a:br>
            <a:r>
              <a:rPr lang="de-DE" dirty="0"/>
              <a:t>Struktureinheit  der TU Dresden</a:t>
            </a:r>
          </a:p>
        </p:txBody>
      </p:sp>
      <p:sp>
        <p:nvSpPr>
          <p:cNvPr id="4" name="Rechteck 3"/>
          <p:cNvSpPr/>
          <p:nvPr/>
        </p:nvSpPr>
        <p:spPr>
          <a:xfrm>
            <a:off x="0" y="1025525"/>
            <a:ext cx="12192000" cy="1714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Aufbau einer unabhängigen natürlich-sprachlichen Mensch-Roboter-Interaktion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31" y="328249"/>
            <a:ext cx="1218534" cy="554589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473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2" y="4494775"/>
            <a:ext cx="10438873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  <a:br>
              <a:rPr lang="de-DE" dirty="0"/>
            </a:br>
            <a:r>
              <a:rPr lang="de-DE" dirty="0"/>
              <a:t>Ort oder Anlass des Vortrags // Samstag, 13. Januar 2018</a:t>
            </a:r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  <a:br>
              <a:rPr lang="de-DE" dirty="0"/>
            </a:br>
            <a:r>
              <a:rPr lang="de-DE" dirty="0"/>
              <a:t>Struktureinheit  der TU Dresden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</a:t>
            </a:r>
            <a:br>
              <a:rPr lang="de-DE" dirty="0"/>
            </a:br>
            <a:r>
              <a:rPr lang="de-DE" dirty="0"/>
              <a:t>durch Klicken bearbeiten</a:t>
            </a: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4"/>
          <p:cNvCxnSpPr/>
          <p:nvPr/>
        </p:nvCxnSpPr>
        <p:spPr>
          <a:xfrm>
            <a:off x="0" y="120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31" y="328249"/>
            <a:ext cx="1218534" cy="55458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473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387259"/>
            <a:ext cx="10580687" cy="1198491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5749" y="1484313"/>
            <a:ext cx="6089649" cy="4344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49" y="1484315"/>
            <a:ext cx="5187950" cy="43449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66198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84314"/>
            <a:ext cx="3399576" cy="43449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8070849" y="1484315"/>
            <a:ext cx="3384550" cy="43449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457700" y="1484315"/>
            <a:ext cx="3416300" cy="43449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Zwischenseite</a:t>
            </a:r>
          </a:p>
          <a:p>
            <a:pPr lvl="6"/>
            <a:r>
              <a:rPr lang="de-DE" dirty="0"/>
              <a:t>Für den nächsten Präsentationsabschnitt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2924889" y="6291818"/>
            <a:ext cx="51879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kern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Aufbau</a:t>
            </a:r>
            <a:r>
              <a:rPr lang="de-DE" sz="800" dirty="0"/>
              <a:t> </a:t>
            </a:r>
            <a:r>
              <a:rPr lang="de-DE" sz="800" kern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einer</a:t>
            </a:r>
            <a:r>
              <a:rPr lang="de-DE" sz="800" dirty="0"/>
              <a:t> </a:t>
            </a:r>
            <a:r>
              <a:rPr lang="de-DE" sz="800" kern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unabhängigen</a:t>
            </a:r>
            <a:r>
              <a:rPr lang="de-DE" sz="800" dirty="0"/>
              <a:t> </a:t>
            </a:r>
            <a:r>
              <a:rPr lang="de-DE" sz="800" kern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natürlich-sprachlichen</a:t>
            </a:r>
            <a:r>
              <a:rPr lang="de-DE" sz="800" dirty="0"/>
              <a:t> </a:t>
            </a:r>
            <a:r>
              <a:rPr lang="de-DE" sz="800" kern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Mensch-Roboter-Interaktion</a:t>
            </a: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Martin </a:t>
            </a:r>
            <a:r>
              <a:rPr lang="de-DE" sz="800" dirty="0" err="1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Eisoldt</a:t>
            </a:r>
            <a:endParaRPr lang="de-DE" sz="800" baseline="0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de-DE" sz="800" baseline="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Verteidigung Masterarbeit // 05.12.2019</a:t>
            </a:r>
            <a:endParaRPr lang="de-DE" sz="800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6123216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8966200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sz="8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Folie</a:t>
            </a:r>
            <a:r>
              <a:rPr lang="de-DE" sz="800" baseline="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r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800" baseline="0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dirty="0">
              <a:solidFill>
                <a:schemeClr val="bg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3955" y="6336430"/>
            <a:ext cx="770373" cy="35061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93" y="6336706"/>
            <a:ext cx="1115691" cy="32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1" r:id="rId9"/>
    <p:sldLayoutId id="2147483902" r:id="rId10"/>
    <p:sldLayoutId id="2147483903" r:id="rId11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tx2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1pPr>
      <a:lvl2pPr marL="395942" indent="-323953" algn="l" defTabSz="914269" rtl="0" eaLnBrk="1" latinLnBrk="0" hangingPunct="1">
        <a:spcBef>
          <a:spcPts val="300"/>
        </a:spcBef>
        <a:buFont typeface="Open Sans" panose="020B0606030504020204" pitchFamily="34" charset="0"/>
        <a:buChar char="—"/>
        <a:defRPr sz="16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2pPr>
      <a:lvl3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3pPr>
      <a:lvl4pPr marL="395942" indent="-215969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4pPr>
      <a:lvl5pPr marL="575916" indent="-179362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 baseline="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5pPr>
      <a:lvl6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6pPr>
      <a:lvl7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kern="1200">
          <a:solidFill>
            <a:schemeClr val="bg1"/>
          </a:solidFill>
          <a:latin typeface="+mn-lt"/>
          <a:ea typeface="+mn-ea"/>
          <a:cs typeface="+mn-cs"/>
        </a:defRPr>
      </a:lvl7pPr>
      <a:lvl8pPr marL="3428502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35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0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92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Verteidigung Masterarbeit </a:t>
            </a:r>
          </a:p>
          <a:p>
            <a:endParaRPr lang="de-DE" dirty="0"/>
          </a:p>
          <a:p>
            <a:r>
              <a:rPr lang="de-DE" dirty="0"/>
              <a:t>05.12.2019</a:t>
            </a:r>
          </a:p>
          <a:p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Martin </a:t>
            </a:r>
            <a:r>
              <a:rPr lang="de-DE" dirty="0" err="1"/>
              <a:t>Eisoldt</a:t>
            </a:r>
            <a:endParaRPr lang="de-DE" dirty="0"/>
          </a:p>
          <a:p>
            <a:r>
              <a:rPr lang="de-DE" dirty="0"/>
              <a:t>Institut für Angewandte Informatik</a:t>
            </a:r>
          </a:p>
          <a:p>
            <a:r>
              <a:rPr lang="de-DE" dirty="0"/>
              <a:t>Professur für Mensch-Computer-Interaktion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einer unabhängigen natürlich-sprachlichen Mensch-Roboter-Interaktion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86802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874711" y="1040525"/>
            <a:ext cx="10580688" cy="4344987"/>
          </a:xfrm>
        </p:spPr>
        <p:txBody>
          <a:bodyPr/>
          <a:lstStyle/>
          <a:p>
            <a:r>
              <a:rPr lang="de-DE" sz="2000" dirty="0"/>
              <a:t>1. Ziele</a:t>
            </a:r>
          </a:p>
          <a:p>
            <a:r>
              <a:rPr lang="de-DE" sz="2000" dirty="0"/>
              <a:t>2. Architektur von Sprachassistenzsystemen</a:t>
            </a:r>
          </a:p>
          <a:p>
            <a:r>
              <a:rPr lang="de-DE" sz="2000" dirty="0"/>
              <a:t>3. Betrachtungen zum Datenschutz</a:t>
            </a:r>
          </a:p>
          <a:p>
            <a:r>
              <a:rPr lang="de-DE" sz="2000" dirty="0"/>
              <a:t>4. Assistenzroboter</a:t>
            </a:r>
          </a:p>
          <a:p>
            <a:r>
              <a:rPr lang="de-DE" sz="2000" dirty="0"/>
              <a:t>5. Mögliche Sprachassistenten</a:t>
            </a:r>
          </a:p>
          <a:p>
            <a:r>
              <a:rPr lang="de-DE" sz="2000" dirty="0"/>
              <a:t>6. Konzept</a:t>
            </a:r>
          </a:p>
          <a:p>
            <a:r>
              <a:rPr lang="de-DE" sz="2000" dirty="0"/>
              <a:t>7. Prototyp</a:t>
            </a:r>
          </a:p>
          <a:p>
            <a:r>
              <a:rPr lang="de-DE" sz="2000" dirty="0"/>
              <a:t>6. Evaluation</a:t>
            </a:r>
          </a:p>
          <a:p>
            <a:r>
              <a:rPr lang="de-DE" sz="2000" dirty="0"/>
              <a:t>7. Fazit</a:t>
            </a:r>
          </a:p>
          <a:p>
            <a:r>
              <a:rPr lang="de-DE" sz="2000" dirty="0"/>
              <a:t>8. Demonstration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809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Ziele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05F1E0B-B48D-46C2-9F46-697413F2308D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14489969"/>
              </p:ext>
            </p:extLst>
          </p:nvPr>
        </p:nvGraphicFramePr>
        <p:xfrm>
          <a:off x="874711" y="1484313"/>
          <a:ext cx="10580688" cy="4344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1378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B022F-4F00-45DE-8942-B2B0A709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 von Sprachassistenzsoftware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ABAEDC0-53D4-4BA8-830E-C645B8BF244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12" y="981877"/>
            <a:ext cx="10580688" cy="4894246"/>
          </a:xfrm>
        </p:spPr>
      </p:pic>
    </p:spTree>
    <p:extLst>
      <p:ext uri="{BB962C8B-B14F-4D97-AF65-F5344CB8AC3E}">
        <p14:creationId xmlns:p14="http://schemas.microsoft.com/office/powerpoint/2010/main" val="3093176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B1B9A2-7F9D-4AC5-AE3B-875CA5B5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Betrachtungen zum Datenschutz - DSGVO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758C04CF-A6EC-4289-9EEA-003E91F535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9550622"/>
              </p:ext>
            </p:extLst>
          </p:nvPr>
        </p:nvGraphicFramePr>
        <p:xfrm>
          <a:off x="264160" y="979488"/>
          <a:ext cx="11805920" cy="501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9256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FF100E-534F-4DC1-B466-4E192826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Betrachtungen zum Datenschutz – Mögliche Angriffe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FF713CF-15CA-4393-BA40-6985D258C5A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37" y="877660"/>
            <a:ext cx="9954406" cy="5102679"/>
          </a:xfrm>
        </p:spPr>
      </p:pic>
    </p:spTree>
    <p:extLst>
      <p:ext uri="{BB962C8B-B14F-4D97-AF65-F5344CB8AC3E}">
        <p14:creationId xmlns:p14="http://schemas.microsoft.com/office/powerpoint/2010/main" val="376732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008286CF-E513-4E96-88C8-A71F49342B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186499"/>
              </p:ext>
            </p:extLst>
          </p:nvPr>
        </p:nvGraphicFramePr>
        <p:xfrm>
          <a:off x="320040" y="980035"/>
          <a:ext cx="5471160" cy="4851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Grafik 7">
            <a:extLst>
              <a:ext uri="{FF2B5EF4-FFF2-40B4-BE49-F238E27FC236}">
                <a16:creationId xmlns:a16="http://schemas.microsoft.com/office/drawing/2014/main" id="{C940B9A0-FAF1-44EA-8702-09A34C5D95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20" y="3429000"/>
            <a:ext cx="4749800" cy="222453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C37B9C2-4626-4D8B-A603-50A9D30234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081" y="99893"/>
            <a:ext cx="2458720" cy="297184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231B203-6ABC-4036-AD4B-353460B5A70F}"/>
              </a:ext>
            </a:extLst>
          </p:cNvPr>
          <p:cNvSpPr txBox="1"/>
          <p:nvPr/>
        </p:nvSpPr>
        <p:spPr>
          <a:xfrm>
            <a:off x="6875781" y="5688598"/>
            <a:ext cx="522732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RIBA [</a:t>
            </a:r>
            <a:r>
              <a:rPr lang="de-DE" dirty="0" err="1"/>
              <a:t>Muk</a:t>
            </a:r>
            <a:r>
              <a:rPr lang="de-DE" dirty="0"/>
              <a:t>+ 10], TOOMAS [Gro+ 09], PARO [CAL+ 11]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57E397E-6B4C-41D0-A94C-764F689E8FE3}"/>
              </a:ext>
            </a:extLst>
          </p:cNvPr>
          <p:cNvSpPr txBox="1"/>
          <p:nvPr/>
        </p:nvSpPr>
        <p:spPr>
          <a:xfrm>
            <a:off x="8260081" y="3069839"/>
            <a:ext cx="34036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Basisarchitektur [Gal+ 06]</a:t>
            </a:r>
          </a:p>
        </p:txBody>
      </p:sp>
    </p:spTree>
    <p:extLst>
      <p:ext uri="{BB962C8B-B14F-4D97-AF65-F5344CB8AC3E}">
        <p14:creationId xmlns:p14="http://schemas.microsoft.com/office/powerpoint/2010/main" val="868570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1947E-EDA4-4EDA-A29F-082015E1C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Mögliche Sprachassistenzsysteme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0053D79D-08C5-4CC0-854E-CF25FF7ED16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97" y="1868837"/>
            <a:ext cx="2429646" cy="1944687"/>
          </a:xfr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C854D074-D9CF-42A8-AFED-0665244B148F}"/>
              </a:ext>
            </a:extLst>
          </p:cNvPr>
          <p:cNvSpPr/>
          <p:nvPr/>
        </p:nvSpPr>
        <p:spPr>
          <a:xfrm>
            <a:off x="736601" y="3866159"/>
            <a:ext cx="225043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dirty="0"/>
              <a:t>https://mycroft.ai/wp-content/uploads/2019/01/Mycroft_logo_two_markandtype_hires.png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3B9318B-4D38-4A0A-9E7B-4DA0B2AF4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496" y="1934781"/>
            <a:ext cx="3021330" cy="1812798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079ED6-29E0-4CAC-85EB-65566BE96AC4}"/>
              </a:ext>
            </a:extLst>
          </p:cNvPr>
          <p:cNvSpPr/>
          <p:nvPr/>
        </p:nvSpPr>
        <p:spPr>
          <a:xfrm>
            <a:off x="4323080" y="3927714"/>
            <a:ext cx="354584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dirty="0"/>
              <a:t>https://www.panbachi.de/wp-content/uploads/2019/04/snips.jpg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A6CABF9-2D37-426B-B577-95A5CC02D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920" y="1816816"/>
            <a:ext cx="4131214" cy="204934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4A221CC3-8D9A-4BC8-8A59-22A8FE32DF50}"/>
              </a:ext>
            </a:extLst>
          </p:cNvPr>
          <p:cNvSpPr/>
          <p:nvPr/>
        </p:nvSpPr>
        <p:spPr>
          <a:xfrm rot="10800000" flipV="1">
            <a:off x="8361680" y="4043128"/>
            <a:ext cx="4931506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dirty="0"/>
              <a:t>https://i0.wp.com/stadt-bremerhaven.de/wp-content/uploads/2018/02/amazon-alexa.jpg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32A74BF0-BED8-4E9A-AB0C-790FC1E88870}"/>
              </a:ext>
            </a:extLst>
          </p:cNvPr>
          <p:cNvSpPr txBox="1">
            <a:spLocks/>
          </p:cNvSpPr>
          <p:nvPr/>
        </p:nvSpPr>
        <p:spPr>
          <a:xfrm>
            <a:off x="110359" y="4652072"/>
            <a:ext cx="11345040" cy="117722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1pPr>
            <a:lvl2pPr marL="395942" indent="-323953" algn="l" defTabSz="914269" rtl="0" eaLnBrk="1" latinLnBrk="0" hangingPunct="1">
              <a:spcBef>
                <a:spcPts val="300"/>
              </a:spcBef>
              <a:buFont typeface="Open Sans" panose="020B0606030504020204" pitchFamily="34" charset="0"/>
              <a:buChar char="—"/>
              <a:defRPr sz="16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2pPr>
            <a:lvl3pPr marL="0" indent="0" algn="l" defTabSz="914269" rtl="0" eaLnBrk="1" latinLnBrk="0" hangingPunct="1">
              <a:spcBef>
                <a:spcPts val="1200"/>
              </a:spcBef>
              <a:buFont typeface="Arial" panose="020B0604020202020204" pitchFamily="34" charset="0"/>
              <a:buNone/>
              <a:defRPr sz="14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3pPr>
            <a:lvl4pPr marL="395942" indent="-215969" algn="l" defTabSz="914269" rtl="0" eaLnBrk="1" latinLnBrk="0" hangingPunct="1">
              <a:spcBef>
                <a:spcPts val="3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4pPr>
            <a:lvl5pPr marL="575916" indent="-179362" algn="l" defTabSz="914269" rtl="0" eaLnBrk="1" latinLnBrk="0" hangingPunct="1">
              <a:spcBef>
                <a:spcPts val="300"/>
              </a:spcBef>
              <a:buFont typeface="Symbol" panose="05050102010706020507" pitchFamily="18" charset="2"/>
              <a:buChar char="-"/>
              <a:defRPr sz="1400" kern="1200" baseline="0">
                <a:solidFill>
                  <a:schemeClr val="tx2"/>
                </a:solidFill>
                <a:latin typeface="Open Sans" panose="020B0606030504020204" pitchFamily="34" charset="0"/>
                <a:ea typeface="+mn-ea"/>
                <a:cs typeface="+mn-cs"/>
              </a:defRPr>
            </a:lvl5pPr>
            <a:lvl6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358723" indent="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428502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635" indent="-228566" algn="l" defTabSz="914269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 dirty="0"/>
              <a:t>Besonderheit:</a:t>
            </a:r>
          </a:p>
          <a:p>
            <a:r>
              <a:rPr lang="de-DE" dirty="0"/>
              <a:t>	Modular			             Datenschutz im Mittelpunkt			Marktführer</a:t>
            </a:r>
          </a:p>
        </p:txBody>
      </p:sp>
    </p:spTree>
    <p:extLst>
      <p:ext uri="{BB962C8B-B14F-4D97-AF65-F5344CB8AC3E}">
        <p14:creationId xmlns:p14="http://schemas.microsoft.com/office/powerpoint/2010/main" val="362624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C1F2FF-9D58-429E-8174-14B33391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 - Geeignete Einsatzszenarien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556AA12-8949-4CF3-BDFF-2002C31D207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685721724"/>
              </p:ext>
            </p:extLst>
          </p:nvPr>
        </p:nvGraphicFramePr>
        <p:xfrm>
          <a:off x="341522" y="881349"/>
          <a:ext cx="11850477" cy="5244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6607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A14FD-CD28-44BB-ADBE-13BF2198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 – Kernanforderungen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D0AA7CBB-D298-4B70-B985-7FF846536EF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765620766"/>
              </p:ext>
            </p:extLst>
          </p:nvPr>
        </p:nvGraphicFramePr>
        <p:xfrm>
          <a:off x="1062925" y="1029494"/>
          <a:ext cx="10066150" cy="4799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2009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31FB51-B0A5-4159-AE41-DB1C26D5C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Mycroft AI</a:t>
            </a:r>
          </a:p>
        </p:txBody>
      </p:sp>
      <p:pic>
        <p:nvPicPr>
          <p:cNvPr id="4" name="Inhaltsplatzhalter 5">
            <a:extLst>
              <a:ext uri="{FF2B5EF4-FFF2-40B4-BE49-F238E27FC236}">
                <a16:creationId xmlns:a16="http://schemas.microsoft.com/office/drawing/2014/main" id="{6A75BD11-6BA7-4AE9-B2FA-1A74881004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6560" y="348675"/>
            <a:ext cx="1418839" cy="1135638"/>
          </a:xfrm>
          <a:prstGeom prst="rect">
            <a:avLst/>
          </a:prstGeom>
          <a:ln>
            <a:noFill/>
          </a:ln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EF0B8FA-A0B1-4C85-8740-5C2F589136C6}"/>
              </a:ext>
            </a:extLst>
          </p:cNvPr>
          <p:cNvSpPr/>
          <p:nvPr/>
        </p:nvSpPr>
        <p:spPr>
          <a:xfrm>
            <a:off x="11077200" y="421868"/>
            <a:ext cx="11148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dirty="0"/>
              <a:t>https://mycroft.ai/wp-content/uploads/2019/01/Mycroft_logo_two_markandtype_hires.png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E761B5E-8364-4AC8-82DB-C54605BB2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367" y="1561168"/>
            <a:ext cx="7685265" cy="373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56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DDC0930-ABA1-490C-A84C-8FDEB57D2EA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286" y="963951"/>
            <a:ext cx="8055427" cy="4930097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7F49B76-939C-43B7-BE46-B5D3FFA02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</a:t>
            </a:r>
          </a:p>
        </p:txBody>
      </p:sp>
    </p:spTree>
    <p:extLst>
      <p:ext uri="{BB962C8B-B14F-4D97-AF65-F5344CB8AC3E}">
        <p14:creationId xmlns:p14="http://schemas.microsoft.com/office/powerpoint/2010/main" val="1769400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A3E2EF-CDD2-4AB6-B9B8-58A1CAC5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 –  Befehlsbestätigung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BC988C1-DB1C-447C-BA95-285394B22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95" y="2123146"/>
            <a:ext cx="9758169" cy="261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64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E9E38-FCDF-4A93-9263-3DEF6BAA2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Prototyp</a:t>
            </a: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205A3D5C-60CE-446B-A777-4D47065D1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5491829"/>
              </p:ext>
            </p:extLst>
          </p:nvPr>
        </p:nvGraphicFramePr>
        <p:xfrm>
          <a:off x="2721542" y="783771"/>
          <a:ext cx="7086487" cy="5290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5145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22AFB5-AFD4-409B-97A4-AFB670C2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Prototyp – Erfüllung der Anforderungen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52B4C2-5BBE-4C84-B361-ABDC5FB6FD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Welche Anforderungen wurden erfüllt</a:t>
            </a:r>
          </a:p>
          <a:p>
            <a:r>
              <a:rPr lang="de-DE" dirty="0"/>
              <a:t>Und welche werden aus welchen Gründen nichterfüllt?</a:t>
            </a:r>
          </a:p>
          <a:p>
            <a:endParaRPr lang="de-DE" dirty="0"/>
          </a:p>
          <a:p>
            <a:r>
              <a:rPr lang="de-DE" dirty="0"/>
              <a:t>Alle Muss Kriterien erfüllt, auch alle bis auf zwei Kann Kriterien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7279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4C76B-95F3-41D5-AD2B-211D07E0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– Design</a:t>
            </a:r>
          </a:p>
        </p:txBody>
      </p:sp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6F84B56C-98F2-4766-AA9C-B5198633A6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7207611"/>
              </p:ext>
            </p:extLst>
          </p:nvPr>
        </p:nvGraphicFramePr>
        <p:xfrm>
          <a:off x="805656" y="119517"/>
          <a:ext cx="10123715" cy="2984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EB887BFE-3CF3-40A3-9515-310C0A769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874309"/>
              </p:ext>
            </p:extLst>
          </p:nvPr>
        </p:nvGraphicFramePr>
        <p:xfrm>
          <a:off x="2910114" y="2111829"/>
          <a:ext cx="6371771" cy="4124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1171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C75D6-75F5-41B9-A8FC-2B571188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–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5584C3-8497-4D0D-BBF4-DB90C6E0F9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Welche Ergebnisse hat SUS erzielt -&gt; wie sind diese zu verstehen</a:t>
            </a:r>
          </a:p>
          <a:p>
            <a:r>
              <a:rPr lang="de-DE" dirty="0"/>
              <a:t>Welche Ergebnisse hat die eigene Befragung erzielt</a:t>
            </a:r>
          </a:p>
          <a:p>
            <a:endParaRPr lang="de-DE" dirty="0"/>
          </a:p>
          <a:p>
            <a:r>
              <a:rPr lang="de-DE" dirty="0"/>
              <a:t>Extra Folie oder hier: was kann aus den Ergebnissen abgeleitet werden?</a:t>
            </a:r>
          </a:p>
          <a:p>
            <a:endParaRPr lang="de-DE" dirty="0"/>
          </a:p>
          <a:p>
            <a:r>
              <a:rPr lang="de-DE" dirty="0"/>
              <a:t>SUS: 70 Punkte</a:t>
            </a:r>
          </a:p>
          <a:p>
            <a:r>
              <a:rPr lang="de-DE" dirty="0"/>
              <a:t>Nicht als natürlich empfunden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7787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BA82F-070A-48F0-AB21-5C7A92846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86AC44-4169-416E-87F2-1E8DAF184A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Besonders auf die Diskussion &amp; Ausblick eingehen</a:t>
            </a:r>
          </a:p>
          <a:p>
            <a:endParaRPr lang="de-DE" dirty="0"/>
          </a:p>
          <a:p>
            <a:r>
              <a:rPr lang="de-DE" dirty="0"/>
              <a:t>Diskussion: was verbesserungswürdig/gut</a:t>
            </a:r>
          </a:p>
          <a:p>
            <a:endParaRPr lang="de-DE" dirty="0"/>
          </a:p>
          <a:p>
            <a:r>
              <a:rPr lang="de-DE" dirty="0"/>
              <a:t>Ausblick: welche Änderungen sind für eine Verbesserung des Systems möglich</a:t>
            </a:r>
          </a:p>
        </p:txBody>
      </p:sp>
    </p:spTree>
    <p:extLst>
      <p:ext uri="{BB962C8B-B14F-4D97-AF65-F5344CB8AC3E}">
        <p14:creationId xmlns:p14="http://schemas.microsoft.com/office/powerpoint/2010/main" val="2151876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2C125-EB6A-4CA2-8974-91FCFB19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440" y="2744787"/>
            <a:ext cx="2103120" cy="684213"/>
          </a:xfrm>
        </p:spPr>
        <p:txBody>
          <a:bodyPr/>
          <a:lstStyle/>
          <a:p>
            <a:r>
              <a:rPr lang="de-DE" dirty="0"/>
              <a:t>Präsentation</a:t>
            </a:r>
          </a:p>
        </p:txBody>
      </p:sp>
    </p:spTree>
    <p:extLst>
      <p:ext uri="{BB962C8B-B14F-4D97-AF65-F5344CB8AC3E}">
        <p14:creationId xmlns:p14="http://schemas.microsoft.com/office/powerpoint/2010/main" val="55741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F595E9-357D-4FBA-89FB-B13C3414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Anhang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5F85BE-74E6-4E2F-A2DB-9285DEB55A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80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E300C-A5C9-4D49-8FC1-CB7EBF93A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Sequenzdiagramme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DC87C7-2986-4CE0-B42F-FC62CB42A1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697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95F16-C03E-4C82-A2D1-FF10C6C16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der Studie im Detail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ED6403-E153-4A21-8817-39FFD049E78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7156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9BA6F-9437-40AD-BBAE-3EB5ECA5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Anforderungen im Detail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A72454-BE76-470B-8AD0-EB210CFB7ED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72376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heme/theme1.xml><?xml version="1.0" encoding="utf-8"?>
<a:theme xmlns:a="http://schemas.openxmlformats.org/drawingml/2006/main" name="TUD_2018_16zu9">
  <a:themeElements>
    <a:clrScheme name="TUD_Farben">
      <a:dk1>
        <a:srgbClr val="00305E"/>
      </a:dk1>
      <a:lt1>
        <a:srgbClr val="FFFFFF"/>
      </a:lt1>
      <a:dk2>
        <a:srgbClr val="00305E"/>
      </a:dk2>
      <a:lt2>
        <a:srgbClr val="727879"/>
      </a:lt2>
      <a:accent1>
        <a:srgbClr val="009EE0"/>
      </a:accent1>
      <a:accent2>
        <a:srgbClr val="006AB3"/>
      </a:accent2>
      <a:accent3>
        <a:srgbClr val="6AB023"/>
      </a:accent3>
      <a:accent4>
        <a:srgbClr val="007D40"/>
      </a:accent4>
      <a:accent5>
        <a:srgbClr val="93107E"/>
      </a:accent5>
      <a:accent6>
        <a:srgbClr val="54378A"/>
      </a:accent6>
      <a:hlink>
        <a:srgbClr val="009EE0"/>
      </a:hlink>
      <a:folHlink>
        <a:srgbClr val="006AB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Verteidigung_0.1_ml300418.pptx" id="{5142B987-C3C6-4F2B-A2EC-E918EE1361EC}" vid="{50F240C6-41B4-4B3C-9B5F-BA4EF3220764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Praesentation_Verteidigung_0-1_ml300418</Template>
  <TotalTime>0</TotalTime>
  <Words>453</Words>
  <Application>Microsoft Office PowerPoint</Application>
  <PresentationFormat>Breitbild</PresentationFormat>
  <Paragraphs>103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Open Sans</vt:lpstr>
      <vt:lpstr>Symbol</vt:lpstr>
      <vt:lpstr>Arial</vt:lpstr>
      <vt:lpstr>Calibri</vt:lpstr>
      <vt:lpstr>TUD_2018_16zu9</vt:lpstr>
      <vt:lpstr>Aufbau einer unabhängigen natürlich-sprachlichen Mensch-Roboter-Interaktion</vt:lpstr>
      <vt:lpstr>Gliederung</vt:lpstr>
      <vt:lpstr>Ziele</vt:lpstr>
      <vt:lpstr>Architektur von Sprachassistenzsoftware</vt:lpstr>
      <vt:lpstr>Betrachtungen zum Datenschutz - DSGVO</vt:lpstr>
      <vt:lpstr>Betrachtungen zum Datenschutz – Mögliche Angriffe</vt:lpstr>
      <vt:lpstr>PowerPoint-Präsentation</vt:lpstr>
      <vt:lpstr>Mögliche Sprachassistenzsysteme</vt:lpstr>
      <vt:lpstr>Konzept - Geeignete Einsatzszenarien</vt:lpstr>
      <vt:lpstr>Konzept – Kernanforderungen</vt:lpstr>
      <vt:lpstr>Mycroft AI</vt:lpstr>
      <vt:lpstr>Konzept</vt:lpstr>
      <vt:lpstr>Konzept –  Befehlsbestätigung</vt:lpstr>
      <vt:lpstr>Prototyp</vt:lpstr>
      <vt:lpstr>Prototyp – Erfüllung der Anforderungen</vt:lpstr>
      <vt:lpstr>Evaluation – Design</vt:lpstr>
      <vt:lpstr>Evaluation – Ergebnisse</vt:lpstr>
      <vt:lpstr>Fazit</vt:lpstr>
      <vt:lpstr>Präsentation</vt:lpstr>
      <vt:lpstr>Anhang</vt:lpstr>
      <vt:lpstr>Sequenzdiagramme</vt:lpstr>
      <vt:lpstr>Ergebnisse der Studie im Detail</vt:lpstr>
      <vt:lpstr>Anforderungen im Detail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Aufbau einer unabhängigen natürlich-sprachlichen Mensch-Roboter-Interaktion</dc:title>
  <dc:creator>Martin</dc:creator>
  <cp:lastModifiedBy>Martin</cp:lastModifiedBy>
  <cp:revision>45</cp:revision>
  <dcterms:created xsi:type="dcterms:W3CDTF">2019-11-19T12:27:14Z</dcterms:created>
  <dcterms:modified xsi:type="dcterms:W3CDTF">2019-11-26T13:40:50Z</dcterms:modified>
</cp:coreProperties>
</file>